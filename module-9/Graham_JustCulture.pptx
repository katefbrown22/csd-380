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60" r:id="rId3"/>
    <p:sldId id="259" r:id="rId4"/>
    <p:sldId id="261" r:id="rId5"/>
    <p:sldId id="262" r:id="rId6"/>
    <p:sldId id="263" r:id="rId7"/>
    <p:sldId id="265" r:id="rId8"/>
    <p:sldId id="264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6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8DF439-A025-48FF-BE74-71B7821E56D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340810-6805-42F5-B31F-6F3A4E48A716}">
      <dgm:prSet/>
      <dgm:spPr/>
      <dgm:t>
        <a:bodyPr/>
        <a:lstStyle/>
        <a:p>
          <a:r>
            <a:rPr lang="en-US"/>
            <a:t>What is a Just Culture?</a:t>
          </a:r>
        </a:p>
      </dgm:t>
    </dgm:pt>
    <dgm:pt modelId="{EAAF2252-AF7D-420A-844C-7ABCD740D24B}" type="parTrans" cxnId="{866D0D67-7E01-43CF-B664-EF75DB7EEFBA}">
      <dgm:prSet/>
      <dgm:spPr/>
      <dgm:t>
        <a:bodyPr/>
        <a:lstStyle/>
        <a:p>
          <a:endParaRPr lang="en-US"/>
        </a:p>
      </dgm:t>
    </dgm:pt>
    <dgm:pt modelId="{2C7C289E-77C0-43FF-804F-7F5DFE4B2338}" type="sibTrans" cxnId="{866D0D67-7E01-43CF-B664-EF75DB7EEFBA}">
      <dgm:prSet/>
      <dgm:spPr/>
      <dgm:t>
        <a:bodyPr/>
        <a:lstStyle/>
        <a:p>
          <a:endParaRPr lang="en-US"/>
        </a:p>
      </dgm:t>
    </dgm:pt>
    <dgm:pt modelId="{4C99256D-3AC5-4F89-BA08-620617FA8CB1}">
      <dgm:prSet/>
      <dgm:spPr/>
      <dgm:t>
        <a:bodyPr/>
        <a:lstStyle/>
        <a:p>
          <a:r>
            <a:rPr lang="en-US" dirty="0"/>
            <a:t>Fear of Blame and Retribution</a:t>
          </a:r>
        </a:p>
      </dgm:t>
    </dgm:pt>
    <dgm:pt modelId="{BEBDE84A-3DCB-4598-9D9A-24A81004361D}" type="parTrans" cxnId="{529145D5-81F7-4C29-A54E-9465D7CDBAF2}">
      <dgm:prSet/>
      <dgm:spPr/>
      <dgm:t>
        <a:bodyPr/>
        <a:lstStyle/>
        <a:p>
          <a:endParaRPr lang="en-US"/>
        </a:p>
      </dgm:t>
    </dgm:pt>
    <dgm:pt modelId="{DE75D340-58EC-432D-B0E9-EDC0D53FD5D0}" type="sibTrans" cxnId="{529145D5-81F7-4C29-A54E-9465D7CDBAF2}">
      <dgm:prSet/>
      <dgm:spPr/>
      <dgm:t>
        <a:bodyPr/>
        <a:lstStyle/>
        <a:p>
          <a:endParaRPr lang="en-US"/>
        </a:p>
      </dgm:t>
    </dgm:pt>
    <dgm:pt modelId="{7322CB1A-950A-4F25-9843-2BB2FD93EF09}">
      <dgm:prSet/>
      <dgm:spPr/>
      <dgm:t>
        <a:bodyPr/>
        <a:lstStyle/>
        <a:p>
          <a:r>
            <a:rPr lang="en-US" dirty="0"/>
            <a:t>Misunderstanding</a:t>
          </a:r>
        </a:p>
      </dgm:t>
    </dgm:pt>
    <dgm:pt modelId="{6BDB8F29-4DA1-43E4-8BDB-1DC04E85B3AE}" type="parTrans" cxnId="{AC5E820E-3A76-4C57-A24B-4D82054B1F64}">
      <dgm:prSet/>
      <dgm:spPr/>
      <dgm:t>
        <a:bodyPr/>
        <a:lstStyle/>
        <a:p>
          <a:endParaRPr lang="en-US"/>
        </a:p>
      </dgm:t>
    </dgm:pt>
    <dgm:pt modelId="{6FC7871A-0AEF-4089-ADB5-87DA4286F142}" type="sibTrans" cxnId="{AC5E820E-3A76-4C57-A24B-4D82054B1F64}">
      <dgm:prSet/>
      <dgm:spPr/>
      <dgm:t>
        <a:bodyPr/>
        <a:lstStyle/>
        <a:p>
          <a:endParaRPr lang="en-US"/>
        </a:p>
      </dgm:t>
    </dgm:pt>
    <dgm:pt modelId="{80830C0C-8499-4C54-8848-36312DAF6049}">
      <dgm:prSet/>
      <dgm:spPr/>
      <dgm:t>
        <a:bodyPr/>
        <a:lstStyle/>
        <a:p>
          <a:r>
            <a:rPr lang="en-US" dirty="0"/>
            <a:t>Change is Slow</a:t>
          </a:r>
        </a:p>
      </dgm:t>
    </dgm:pt>
    <dgm:pt modelId="{1884A200-92A3-4C38-AF01-DB632DD48641}" type="parTrans" cxnId="{F9397355-80F9-4A13-BC33-02D6E2BA6D71}">
      <dgm:prSet/>
      <dgm:spPr/>
      <dgm:t>
        <a:bodyPr/>
        <a:lstStyle/>
        <a:p>
          <a:endParaRPr lang="en-US"/>
        </a:p>
      </dgm:t>
    </dgm:pt>
    <dgm:pt modelId="{7D072B80-291F-46C9-93E5-B39A112016DF}" type="sibTrans" cxnId="{F9397355-80F9-4A13-BC33-02D6E2BA6D71}">
      <dgm:prSet/>
      <dgm:spPr/>
      <dgm:t>
        <a:bodyPr/>
        <a:lstStyle/>
        <a:p>
          <a:endParaRPr lang="en-US"/>
        </a:p>
      </dgm:t>
    </dgm:pt>
    <dgm:pt modelId="{AC4989FD-FD59-4788-9F27-2ECCB6A09B12}">
      <dgm:prSet/>
      <dgm:spPr/>
      <dgm:t>
        <a:bodyPr/>
        <a:lstStyle/>
        <a:p>
          <a:r>
            <a:rPr lang="en-US" dirty="0"/>
            <a:t>Enabling a Just Culture</a:t>
          </a:r>
        </a:p>
      </dgm:t>
    </dgm:pt>
    <dgm:pt modelId="{6F7CD2D0-F23A-4E28-8A2B-DC12C9E366FA}" type="parTrans" cxnId="{0A1B2732-A257-42D8-88E2-EE26D41096E6}">
      <dgm:prSet/>
      <dgm:spPr/>
      <dgm:t>
        <a:bodyPr/>
        <a:lstStyle/>
        <a:p>
          <a:endParaRPr lang="en-US"/>
        </a:p>
      </dgm:t>
    </dgm:pt>
    <dgm:pt modelId="{383520AF-C954-4F46-AB17-6D99094C056D}" type="sibTrans" cxnId="{0A1B2732-A257-42D8-88E2-EE26D41096E6}">
      <dgm:prSet/>
      <dgm:spPr/>
      <dgm:t>
        <a:bodyPr/>
        <a:lstStyle/>
        <a:p>
          <a:endParaRPr lang="en-US"/>
        </a:p>
      </dgm:t>
    </dgm:pt>
    <dgm:pt modelId="{EE2DA83A-C7A3-4E0C-9678-81D42C6CB340}">
      <dgm:prSet/>
      <dgm:spPr/>
      <dgm:t>
        <a:bodyPr/>
        <a:lstStyle/>
        <a:p>
          <a:r>
            <a:rPr lang="en-US" dirty="0"/>
            <a:t>Citation</a:t>
          </a:r>
        </a:p>
      </dgm:t>
    </dgm:pt>
    <dgm:pt modelId="{670A8B5D-3E59-48B0-A293-7B731C425547}" type="parTrans" cxnId="{3D6198BF-123E-4A9D-A4F2-8678AD2C2BCC}">
      <dgm:prSet/>
      <dgm:spPr/>
      <dgm:t>
        <a:bodyPr/>
        <a:lstStyle/>
        <a:p>
          <a:endParaRPr lang="en-US"/>
        </a:p>
      </dgm:t>
    </dgm:pt>
    <dgm:pt modelId="{9CDF081F-AB3F-453B-9E52-269CA131CA92}" type="sibTrans" cxnId="{3D6198BF-123E-4A9D-A4F2-8678AD2C2BCC}">
      <dgm:prSet/>
      <dgm:spPr/>
      <dgm:t>
        <a:bodyPr/>
        <a:lstStyle/>
        <a:p>
          <a:endParaRPr lang="en-US"/>
        </a:p>
      </dgm:t>
    </dgm:pt>
    <dgm:pt modelId="{C6C7DCE8-E5D7-4995-A867-7DB4A1FF43A8}">
      <dgm:prSet/>
      <dgm:spPr/>
      <dgm:t>
        <a:bodyPr/>
        <a:lstStyle/>
        <a:p>
          <a:r>
            <a:rPr lang="en-US"/>
            <a:t>Summary</a:t>
          </a:r>
          <a:endParaRPr lang="en-US" dirty="0"/>
        </a:p>
      </dgm:t>
    </dgm:pt>
    <dgm:pt modelId="{983037E1-2A77-46C0-BEAE-588640CE29F7}" type="parTrans" cxnId="{A5B59F1E-46BC-45A4-AA97-D69A1D934F1E}">
      <dgm:prSet/>
      <dgm:spPr/>
    </dgm:pt>
    <dgm:pt modelId="{07D845C0-8010-4ADA-A8A4-5A9614C74EA9}" type="sibTrans" cxnId="{A5B59F1E-46BC-45A4-AA97-D69A1D934F1E}">
      <dgm:prSet/>
      <dgm:spPr/>
    </dgm:pt>
    <dgm:pt modelId="{BFB26449-538E-4D20-AA21-F9FC4D33C55C}" type="pres">
      <dgm:prSet presAssocID="{848DF439-A025-48FF-BE74-71B7821E56D0}" presName="linear" presStyleCnt="0">
        <dgm:presLayoutVars>
          <dgm:animLvl val="lvl"/>
          <dgm:resizeHandles val="exact"/>
        </dgm:presLayoutVars>
      </dgm:prSet>
      <dgm:spPr/>
    </dgm:pt>
    <dgm:pt modelId="{65453C49-E73D-4764-AB21-7D391C2DF8D4}" type="pres">
      <dgm:prSet presAssocID="{DA340810-6805-42F5-B31F-6F3A4E48A71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046733F-E53F-49F8-AF23-7C0BB4354BD8}" type="pres">
      <dgm:prSet presAssocID="{2C7C289E-77C0-43FF-804F-7F5DFE4B2338}" presName="spacer" presStyleCnt="0"/>
      <dgm:spPr/>
    </dgm:pt>
    <dgm:pt modelId="{EBBE47C5-30B2-4295-8664-5CC6F99A3EBB}" type="pres">
      <dgm:prSet presAssocID="{4C99256D-3AC5-4F89-BA08-620617FA8CB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78EEC87-46FF-4552-A939-23FFBF272238}" type="pres">
      <dgm:prSet presAssocID="{DE75D340-58EC-432D-B0E9-EDC0D53FD5D0}" presName="spacer" presStyleCnt="0"/>
      <dgm:spPr/>
    </dgm:pt>
    <dgm:pt modelId="{900C9E93-CA9F-48A4-B489-BF7666B534E6}" type="pres">
      <dgm:prSet presAssocID="{7322CB1A-950A-4F25-9843-2BB2FD93EF0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7A0A201-39A0-46AF-8988-D3FA14633DAA}" type="pres">
      <dgm:prSet presAssocID="{6FC7871A-0AEF-4089-ADB5-87DA4286F142}" presName="spacer" presStyleCnt="0"/>
      <dgm:spPr/>
    </dgm:pt>
    <dgm:pt modelId="{92E4753B-828F-4023-B329-A0B9220453AB}" type="pres">
      <dgm:prSet presAssocID="{80830C0C-8499-4C54-8848-36312DAF604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39F19DD3-FA18-4B1E-A5B8-0AC8D4DE241D}" type="pres">
      <dgm:prSet presAssocID="{7D072B80-291F-46C9-93E5-B39A112016DF}" presName="spacer" presStyleCnt="0"/>
      <dgm:spPr/>
    </dgm:pt>
    <dgm:pt modelId="{3E62F3C5-A382-4184-9298-0864E01D248A}" type="pres">
      <dgm:prSet presAssocID="{C6C7DCE8-E5D7-4995-A867-7DB4A1FF43A8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00841D5-403D-40F8-9A33-15F6B4C0DFF8}" type="pres">
      <dgm:prSet presAssocID="{07D845C0-8010-4ADA-A8A4-5A9614C74EA9}" presName="spacer" presStyleCnt="0"/>
      <dgm:spPr/>
    </dgm:pt>
    <dgm:pt modelId="{092920E2-6919-42A0-AFAB-FE64BBE80B4D}" type="pres">
      <dgm:prSet presAssocID="{AC4989FD-FD59-4788-9F27-2ECCB6A09B1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864AA8F-C728-4DBE-A423-878FD063B9A7}" type="pres">
      <dgm:prSet presAssocID="{383520AF-C954-4F46-AB17-6D99094C056D}" presName="spacer" presStyleCnt="0"/>
      <dgm:spPr/>
    </dgm:pt>
    <dgm:pt modelId="{E7DE074D-5FA1-49AD-BE26-4BB9E3A6EB82}" type="pres">
      <dgm:prSet presAssocID="{EE2DA83A-C7A3-4E0C-9678-81D42C6CB340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AC5E820E-3A76-4C57-A24B-4D82054B1F64}" srcId="{848DF439-A025-48FF-BE74-71B7821E56D0}" destId="{7322CB1A-950A-4F25-9843-2BB2FD93EF09}" srcOrd="2" destOrd="0" parTransId="{6BDB8F29-4DA1-43E4-8BDB-1DC04E85B3AE}" sibTransId="{6FC7871A-0AEF-4089-ADB5-87DA4286F142}"/>
    <dgm:cxn modelId="{A5B59F1E-46BC-45A4-AA97-D69A1D934F1E}" srcId="{848DF439-A025-48FF-BE74-71B7821E56D0}" destId="{C6C7DCE8-E5D7-4995-A867-7DB4A1FF43A8}" srcOrd="4" destOrd="0" parTransId="{983037E1-2A77-46C0-BEAE-588640CE29F7}" sibTransId="{07D845C0-8010-4ADA-A8A4-5A9614C74EA9}"/>
    <dgm:cxn modelId="{0A1B2732-A257-42D8-88E2-EE26D41096E6}" srcId="{848DF439-A025-48FF-BE74-71B7821E56D0}" destId="{AC4989FD-FD59-4788-9F27-2ECCB6A09B12}" srcOrd="5" destOrd="0" parTransId="{6F7CD2D0-F23A-4E28-8A2B-DC12C9E366FA}" sibTransId="{383520AF-C954-4F46-AB17-6D99094C056D}"/>
    <dgm:cxn modelId="{866D0D67-7E01-43CF-B664-EF75DB7EEFBA}" srcId="{848DF439-A025-48FF-BE74-71B7821E56D0}" destId="{DA340810-6805-42F5-B31F-6F3A4E48A716}" srcOrd="0" destOrd="0" parTransId="{EAAF2252-AF7D-420A-844C-7ABCD740D24B}" sibTransId="{2C7C289E-77C0-43FF-804F-7F5DFE4B2338}"/>
    <dgm:cxn modelId="{F9397355-80F9-4A13-BC33-02D6E2BA6D71}" srcId="{848DF439-A025-48FF-BE74-71B7821E56D0}" destId="{80830C0C-8499-4C54-8848-36312DAF6049}" srcOrd="3" destOrd="0" parTransId="{1884A200-92A3-4C38-AF01-DB632DD48641}" sibTransId="{7D072B80-291F-46C9-93E5-B39A112016DF}"/>
    <dgm:cxn modelId="{8525A77C-AF67-4D17-B973-FE5A7BC1C5D9}" type="presOf" srcId="{DA340810-6805-42F5-B31F-6F3A4E48A716}" destId="{65453C49-E73D-4764-AB21-7D391C2DF8D4}" srcOrd="0" destOrd="0" presId="urn:microsoft.com/office/officeart/2005/8/layout/vList2"/>
    <dgm:cxn modelId="{A581847F-E3ED-4677-8103-56476D14E063}" type="presOf" srcId="{4C99256D-3AC5-4F89-BA08-620617FA8CB1}" destId="{EBBE47C5-30B2-4295-8664-5CC6F99A3EBB}" srcOrd="0" destOrd="0" presId="urn:microsoft.com/office/officeart/2005/8/layout/vList2"/>
    <dgm:cxn modelId="{FFD8B78B-37F4-4718-88FB-66695CD7BE30}" type="presOf" srcId="{848DF439-A025-48FF-BE74-71B7821E56D0}" destId="{BFB26449-538E-4D20-AA21-F9FC4D33C55C}" srcOrd="0" destOrd="0" presId="urn:microsoft.com/office/officeart/2005/8/layout/vList2"/>
    <dgm:cxn modelId="{AD36C18F-9397-4F71-B7E0-D3134FA55D83}" type="presOf" srcId="{80830C0C-8499-4C54-8848-36312DAF6049}" destId="{92E4753B-828F-4023-B329-A0B9220453AB}" srcOrd="0" destOrd="0" presId="urn:microsoft.com/office/officeart/2005/8/layout/vList2"/>
    <dgm:cxn modelId="{3D6198BF-123E-4A9D-A4F2-8678AD2C2BCC}" srcId="{848DF439-A025-48FF-BE74-71B7821E56D0}" destId="{EE2DA83A-C7A3-4E0C-9678-81D42C6CB340}" srcOrd="6" destOrd="0" parTransId="{670A8B5D-3E59-48B0-A293-7B731C425547}" sibTransId="{9CDF081F-AB3F-453B-9E52-269CA131CA92}"/>
    <dgm:cxn modelId="{416B02C3-1943-4A1D-9B3C-0BF60706199F}" type="presOf" srcId="{EE2DA83A-C7A3-4E0C-9678-81D42C6CB340}" destId="{E7DE074D-5FA1-49AD-BE26-4BB9E3A6EB82}" srcOrd="0" destOrd="0" presId="urn:microsoft.com/office/officeart/2005/8/layout/vList2"/>
    <dgm:cxn modelId="{FDBE8FC3-DD18-48C0-BD72-3CE447482018}" type="presOf" srcId="{C6C7DCE8-E5D7-4995-A867-7DB4A1FF43A8}" destId="{3E62F3C5-A382-4184-9298-0864E01D248A}" srcOrd="0" destOrd="0" presId="urn:microsoft.com/office/officeart/2005/8/layout/vList2"/>
    <dgm:cxn modelId="{529145D5-81F7-4C29-A54E-9465D7CDBAF2}" srcId="{848DF439-A025-48FF-BE74-71B7821E56D0}" destId="{4C99256D-3AC5-4F89-BA08-620617FA8CB1}" srcOrd="1" destOrd="0" parTransId="{BEBDE84A-3DCB-4598-9D9A-24A81004361D}" sibTransId="{DE75D340-58EC-432D-B0E9-EDC0D53FD5D0}"/>
    <dgm:cxn modelId="{1A0D51DF-49A6-4E7F-A5B4-E8DE681097A3}" type="presOf" srcId="{7322CB1A-950A-4F25-9843-2BB2FD93EF09}" destId="{900C9E93-CA9F-48A4-B489-BF7666B534E6}" srcOrd="0" destOrd="0" presId="urn:microsoft.com/office/officeart/2005/8/layout/vList2"/>
    <dgm:cxn modelId="{0303E6FC-2336-4F7C-878A-262AFDA07599}" type="presOf" srcId="{AC4989FD-FD59-4788-9F27-2ECCB6A09B12}" destId="{092920E2-6919-42A0-AFAB-FE64BBE80B4D}" srcOrd="0" destOrd="0" presId="urn:microsoft.com/office/officeart/2005/8/layout/vList2"/>
    <dgm:cxn modelId="{1A065072-9A6D-4E3E-9A78-BE2CC441AF65}" type="presParOf" srcId="{BFB26449-538E-4D20-AA21-F9FC4D33C55C}" destId="{65453C49-E73D-4764-AB21-7D391C2DF8D4}" srcOrd="0" destOrd="0" presId="urn:microsoft.com/office/officeart/2005/8/layout/vList2"/>
    <dgm:cxn modelId="{A00069CD-45E3-48E7-800C-155B182D4777}" type="presParOf" srcId="{BFB26449-538E-4D20-AA21-F9FC4D33C55C}" destId="{7046733F-E53F-49F8-AF23-7C0BB4354BD8}" srcOrd="1" destOrd="0" presId="urn:microsoft.com/office/officeart/2005/8/layout/vList2"/>
    <dgm:cxn modelId="{38F9F9DC-A814-4D05-BE9D-A5FEF7BAD036}" type="presParOf" srcId="{BFB26449-538E-4D20-AA21-F9FC4D33C55C}" destId="{EBBE47C5-30B2-4295-8664-5CC6F99A3EBB}" srcOrd="2" destOrd="0" presId="urn:microsoft.com/office/officeart/2005/8/layout/vList2"/>
    <dgm:cxn modelId="{E7B740BE-47E2-40C1-A5F3-437B7AB5ACF4}" type="presParOf" srcId="{BFB26449-538E-4D20-AA21-F9FC4D33C55C}" destId="{778EEC87-46FF-4552-A939-23FFBF272238}" srcOrd="3" destOrd="0" presId="urn:microsoft.com/office/officeart/2005/8/layout/vList2"/>
    <dgm:cxn modelId="{FEB6F1DB-A39B-488F-835C-7835B7CB417D}" type="presParOf" srcId="{BFB26449-538E-4D20-AA21-F9FC4D33C55C}" destId="{900C9E93-CA9F-48A4-B489-BF7666B534E6}" srcOrd="4" destOrd="0" presId="urn:microsoft.com/office/officeart/2005/8/layout/vList2"/>
    <dgm:cxn modelId="{019F38BC-238B-4804-9AB4-A79A7058968C}" type="presParOf" srcId="{BFB26449-538E-4D20-AA21-F9FC4D33C55C}" destId="{F7A0A201-39A0-46AF-8988-D3FA14633DAA}" srcOrd="5" destOrd="0" presId="urn:microsoft.com/office/officeart/2005/8/layout/vList2"/>
    <dgm:cxn modelId="{0E5D16A0-7D1C-4D65-9859-57BDCA7C1A2C}" type="presParOf" srcId="{BFB26449-538E-4D20-AA21-F9FC4D33C55C}" destId="{92E4753B-828F-4023-B329-A0B9220453AB}" srcOrd="6" destOrd="0" presId="urn:microsoft.com/office/officeart/2005/8/layout/vList2"/>
    <dgm:cxn modelId="{FAE83A9A-EE80-4EB9-A07E-3351C84C8615}" type="presParOf" srcId="{BFB26449-538E-4D20-AA21-F9FC4D33C55C}" destId="{39F19DD3-FA18-4B1E-A5B8-0AC8D4DE241D}" srcOrd="7" destOrd="0" presId="urn:microsoft.com/office/officeart/2005/8/layout/vList2"/>
    <dgm:cxn modelId="{011CF504-FC8D-40F6-9A53-A13D19FF6D23}" type="presParOf" srcId="{BFB26449-538E-4D20-AA21-F9FC4D33C55C}" destId="{3E62F3C5-A382-4184-9298-0864E01D248A}" srcOrd="8" destOrd="0" presId="urn:microsoft.com/office/officeart/2005/8/layout/vList2"/>
    <dgm:cxn modelId="{A4455DF7-F4C4-40E1-9DCC-47FE43BFD4A2}" type="presParOf" srcId="{BFB26449-538E-4D20-AA21-F9FC4D33C55C}" destId="{400841D5-403D-40F8-9A33-15F6B4C0DFF8}" srcOrd="9" destOrd="0" presId="urn:microsoft.com/office/officeart/2005/8/layout/vList2"/>
    <dgm:cxn modelId="{AC96EC02-6BA0-4D8B-8DA7-24D4563DF314}" type="presParOf" srcId="{BFB26449-538E-4D20-AA21-F9FC4D33C55C}" destId="{092920E2-6919-42A0-AFAB-FE64BBE80B4D}" srcOrd="10" destOrd="0" presId="urn:microsoft.com/office/officeart/2005/8/layout/vList2"/>
    <dgm:cxn modelId="{0C784E04-2886-414A-AA15-08DD80FB35E7}" type="presParOf" srcId="{BFB26449-538E-4D20-AA21-F9FC4D33C55C}" destId="{8864AA8F-C728-4DBE-A423-878FD063B9A7}" srcOrd="11" destOrd="0" presId="urn:microsoft.com/office/officeart/2005/8/layout/vList2"/>
    <dgm:cxn modelId="{81EBDA6D-411D-4F24-84D4-3006820840F9}" type="presParOf" srcId="{BFB26449-538E-4D20-AA21-F9FC4D33C55C}" destId="{E7DE074D-5FA1-49AD-BE26-4BB9E3A6EB8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138F63-1B1D-4AF9-AA90-D4DECE14197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965AA79-9EE5-42F1-A66A-C58AE1BA7D8B}">
      <dgm:prSet/>
      <dgm:spPr/>
      <dgm:t>
        <a:bodyPr/>
        <a:lstStyle/>
        <a:p>
          <a:r>
            <a:rPr lang="en-US"/>
            <a:t>Balancing Learning and Accountability</a:t>
          </a:r>
        </a:p>
      </dgm:t>
    </dgm:pt>
    <dgm:pt modelId="{FA95A527-CCF3-4787-B755-B58DF0C93605}" type="parTrans" cxnId="{7C85EDE6-C46F-4F3E-9909-099CB3108E8B}">
      <dgm:prSet/>
      <dgm:spPr/>
      <dgm:t>
        <a:bodyPr/>
        <a:lstStyle/>
        <a:p>
          <a:endParaRPr lang="en-US"/>
        </a:p>
      </dgm:t>
    </dgm:pt>
    <dgm:pt modelId="{B0F6C828-0449-41C0-9A20-98E648573234}" type="sibTrans" cxnId="{7C85EDE6-C46F-4F3E-9909-099CB3108E8B}">
      <dgm:prSet/>
      <dgm:spPr/>
      <dgm:t>
        <a:bodyPr/>
        <a:lstStyle/>
        <a:p>
          <a:endParaRPr lang="en-US"/>
        </a:p>
      </dgm:t>
    </dgm:pt>
    <dgm:pt modelId="{837A146A-523C-46F0-9904-945E0A1F34B1}">
      <dgm:prSet/>
      <dgm:spPr/>
      <dgm:t>
        <a:bodyPr/>
        <a:lstStyle/>
        <a:p>
          <a:r>
            <a:rPr lang="en-US"/>
            <a:t>Focuses on Fixing System</a:t>
          </a:r>
        </a:p>
      </dgm:t>
    </dgm:pt>
    <dgm:pt modelId="{913879E0-2265-4756-B075-231DA21B6B6F}" type="parTrans" cxnId="{B47C3A4D-0F00-42CE-83A9-08ECB8E7612A}">
      <dgm:prSet/>
      <dgm:spPr/>
      <dgm:t>
        <a:bodyPr/>
        <a:lstStyle/>
        <a:p>
          <a:endParaRPr lang="en-US"/>
        </a:p>
      </dgm:t>
    </dgm:pt>
    <dgm:pt modelId="{F31B902B-BDC5-49A0-BFC2-800835F8CB79}" type="sibTrans" cxnId="{B47C3A4D-0F00-42CE-83A9-08ECB8E7612A}">
      <dgm:prSet/>
      <dgm:spPr/>
      <dgm:t>
        <a:bodyPr/>
        <a:lstStyle/>
        <a:p>
          <a:endParaRPr lang="en-US"/>
        </a:p>
      </dgm:t>
    </dgm:pt>
    <dgm:pt modelId="{BC7F76E3-4EBC-41B2-BD93-B278A143D1AA}">
      <dgm:prSet/>
      <dgm:spPr/>
      <dgm:t>
        <a:bodyPr/>
        <a:lstStyle/>
        <a:p>
          <a:r>
            <a:rPr lang="en-US"/>
            <a:t>Avoids Blaming Individuals</a:t>
          </a:r>
        </a:p>
      </dgm:t>
    </dgm:pt>
    <dgm:pt modelId="{95F3D30A-C1E1-410F-A632-3DE6284F0B0C}" type="parTrans" cxnId="{AEC44B7C-EDAC-456B-A777-CF7F520D8F94}">
      <dgm:prSet/>
      <dgm:spPr/>
      <dgm:t>
        <a:bodyPr/>
        <a:lstStyle/>
        <a:p>
          <a:endParaRPr lang="en-US"/>
        </a:p>
      </dgm:t>
    </dgm:pt>
    <dgm:pt modelId="{6B5A0241-48C3-4156-AFE4-9282507258BE}" type="sibTrans" cxnId="{AEC44B7C-EDAC-456B-A777-CF7F520D8F94}">
      <dgm:prSet/>
      <dgm:spPr/>
      <dgm:t>
        <a:bodyPr/>
        <a:lstStyle/>
        <a:p>
          <a:endParaRPr lang="en-US"/>
        </a:p>
      </dgm:t>
    </dgm:pt>
    <dgm:pt modelId="{D9F4FC7C-CE4B-4F2D-BD4B-8887B067035E}">
      <dgm:prSet/>
      <dgm:spPr/>
      <dgm:t>
        <a:bodyPr/>
        <a:lstStyle/>
        <a:p>
          <a:r>
            <a:rPr lang="en-US"/>
            <a:t>Encourages reporting of mistakes</a:t>
          </a:r>
        </a:p>
      </dgm:t>
    </dgm:pt>
    <dgm:pt modelId="{E6D80DD8-7853-4D1F-B996-5756ACE391AA}" type="parTrans" cxnId="{37635283-2394-4809-95CB-5D004BDE878E}">
      <dgm:prSet/>
      <dgm:spPr/>
      <dgm:t>
        <a:bodyPr/>
        <a:lstStyle/>
        <a:p>
          <a:endParaRPr lang="en-US"/>
        </a:p>
      </dgm:t>
    </dgm:pt>
    <dgm:pt modelId="{0A56B423-015A-45A1-A32A-D0BBD7023741}" type="sibTrans" cxnId="{37635283-2394-4809-95CB-5D004BDE878E}">
      <dgm:prSet/>
      <dgm:spPr/>
      <dgm:t>
        <a:bodyPr/>
        <a:lstStyle/>
        <a:p>
          <a:endParaRPr lang="en-US"/>
        </a:p>
      </dgm:t>
    </dgm:pt>
    <dgm:pt modelId="{41C2E261-2824-4E40-80EF-4FEA0AA6EDE4}">
      <dgm:prSet/>
      <dgm:spPr/>
      <dgm:t>
        <a:bodyPr/>
        <a:lstStyle/>
        <a:p>
          <a:r>
            <a:rPr lang="en-US"/>
            <a:t>Supports Blameless Retrospectives and Continuous Improvement</a:t>
          </a:r>
        </a:p>
      </dgm:t>
    </dgm:pt>
    <dgm:pt modelId="{FF514E47-B890-4244-87C6-2D4DC3A76C0A}" type="parTrans" cxnId="{800D01AE-3C1A-48F3-98BD-022A0ABF100B}">
      <dgm:prSet/>
      <dgm:spPr/>
      <dgm:t>
        <a:bodyPr/>
        <a:lstStyle/>
        <a:p>
          <a:endParaRPr lang="en-US"/>
        </a:p>
      </dgm:t>
    </dgm:pt>
    <dgm:pt modelId="{D5652E5E-69D6-4DBF-8109-D9BC5B93FE88}" type="sibTrans" cxnId="{800D01AE-3C1A-48F3-98BD-022A0ABF100B}">
      <dgm:prSet/>
      <dgm:spPr/>
      <dgm:t>
        <a:bodyPr/>
        <a:lstStyle/>
        <a:p>
          <a:endParaRPr lang="en-US"/>
        </a:p>
      </dgm:t>
    </dgm:pt>
    <dgm:pt modelId="{EC6D66E4-1D4D-46F1-A051-765FA5B3C211}" type="pres">
      <dgm:prSet presAssocID="{BD138F63-1B1D-4AF9-AA90-D4DECE141972}" presName="vert0" presStyleCnt="0">
        <dgm:presLayoutVars>
          <dgm:dir/>
          <dgm:animOne val="branch"/>
          <dgm:animLvl val="lvl"/>
        </dgm:presLayoutVars>
      </dgm:prSet>
      <dgm:spPr/>
    </dgm:pt>
    <dgm:pt modelId="{94DC2F94-0065-4D3C-9BB4-41EE8BCDC00E}" type="pres">
      <dgm:prSet presAssocID="{B965AA79-9EE5-42F1-A66A-C58AE1BA7D8B}" presName="thickLine" presStyleLbl="alignNode1" presStyleIdx="0" presStyleCnt="5"/>
      <dgm:spPr/>
    </dgm:pt>
    <dgm:pt modelId="{8CA6EDAC-381F-4635-AF61-B092A514A773}" type="pres">
      <dgm:prSet presAssocID="{B965AA79-9EE5-42F1-A66A-C58AE1BA7D8B}" presName="horz1" presStyleCnt="0"/>
      <dgm:spPr/>
    </dgm:pt>
    <dgm:pt modelId="{77B1955B-C774-4182-BBEC-F6E41D1768CA}" type="pres">
      <dgm:prSet presAssocID="{B965AA79-9EE5-42F1-A66A-C58AE1BA7D8B}" presName="tx1" presStyleLbl="revTx" presStyleIdx="0" presStyleCnt="5"/>
      <dgm:spPr/>
    </dgm:pt>
    <dgm:pt modelId="{D1165E77-CDDB-4CCB-92CF-74D4AB2045EB}" type="pres">
      <dgm:prSet presAssocID="{B965AA79-9EE5-42F1-A66A-C58AE1BA7D8B}" presName="vert1" presStyleCnt="0"/>
      <dgm:spPr/>
    </dgm:pt>
    <dgm:pt modelId="{B88C13CB-6437-4E40-9A06-90B747D52327}" type="pres">
      <dgm:prSet presAssocID="{837A146A-523C-46F0-9904-945E0A1F34B1}" presName="thickLine" presStyleLbl="alignNode1" presStyleIdx="1" presStyleCnt="5"/>
      <dgm:spPr/>
    </dgm:pt>
    <dgm:pt modelId="{16697279-0970-493A-9065-03898AD62929}" type="pres">
      <dgm:prSet presAssocID="{837A146A-523C-46F0-9904-945E0A1F34B1}" presName="horz1" presStyleCnt="0"/>
      <dgm:spPr/>
    </dgm:pt>
    <dgm:pt modelId="{B816E718-4875-421C-9C2F-8E08493C5870}" type="pres">
      <dgm:prSet presAssocID="{837A146A-523C-46F0-9904-945E0A1F34B1}" presName="tx1" presStyleLbl="revTx" presStyleIdx="1" presStyleCnt="5"/>
      <dgm:spPr/>
    </dgm:pt>
    <dgm:pt modelId="{0C57BDB7-CBF4-4EF9-8415-82D369D8BD1B}" type="pres">
      <dgm:prSet presAssocID="{837A146A-523C-46F0-9904-945E0A1F34B1}" presName="vert1" presStyleCnt="0"/>
      <dgm:spPr/>
    </dgm:pt>
    <dgm:pt modelId="{65DF6A18-7E02-4A5F-97C9-A36DEA8DB80F}" type="pres">
      <dgm:prSet presAssocID="{BC7F76E3-4EBC-41B2-BD93-B278A143D1AA}" presName="thickLine" presStyleLbl="alignNode1" presStyleIdx="2" presStyleCnt="5"/>
      <dgm:spPr/>
    </dgm:pt>
    <dgm:pt modelId="{D66A22B0-03C6-4C81-9117-6F269D7DE911}" type="pres">
      <dgm:prSet presAssocID="{BC7F76E3-4EBC-41B2-BD93-B278A143D1AA}" presName="horz1" presStyleCnt="0"/>
      <dgm:spPr/>
    </dgm:pt>
    <dgm:pt modelId="{B41F0C58-1530-4016-84AC-14D6CEFFE4C8}" type="pres">
      <dgm:prSet presAssocID="{BC7F76E3-4EBC-41B2-BD93-B278A143D1AA}" presName="tx1" presStyleLbl="revTx" presStyleIdx="2" presStyleCnt="5"/>
      <dgm:spPr/>
    </dgm:pt>
    <dgm:pt modelId="{22DBF3A1-B396-411A-B2A1-C806E1CB3809}" type="pres">
      <dgm:prSet presAssocID="{BC7F76E3-4EBC-41B2-BD93-B278A143D1AA}" presName="vert1" presStyleCnt="0"/>
      <dgm:spPr/>
    </dgm:pt>
    <dgm:pt modelId="{EDBFC404-0177-4566-9853-B89743EB3978}" type="pres">
      <dgm:prSet presAssocID="{D9F4FC7C-CE4B-4F2D-BD4B-8887B067035E}" presName="thickLine" presStyleLbl="alignNode1" presStyleIdx="3" presStyleCnt="5"/>
      <dgm:spPr/>
    </dgm:pt>
    <dgm:pt modelId="{93FBDB13-DB47-4B53-8A4D-0E9AA47A176E}" type="pres">
      <dgm:prSet presAssocID="{D9F4FC7C-CE4B-4F2D-BD4B-8887B067035E}" presName="horz1" presStyleCnt="0"/>
      <dgm:spPr/>
    </dgm:pt>
    <dgm:pt modelId="{2C529689-0CED-464C-AA5C-F9FB11C12E98}" type="pres">
      <dgm:prSet presAssocID="{D9F4FC7C-CE4B-4F2D-BD4B-8887B067035E}" presName="tx1" presStyleLbl="revTx" presStyleIdx="3" presStyleCnt="5"/>
      <dgm:spPr/>
    </dgm:pt>
    <dgm:pt modelId="{ECB64927-17D4-4313-9ACE-7F0C10B24F62}" type="pres">
      <dgm:prSet presAssocID="{D9F4FC7C-CE4B-4F2D-BD4B-8887B067035E}" presName="vert1" presStyleCnt="0"/>
      <dgm:spPr/>
    </dgm:pt>
    <dgm:pt modelId="{224F1B62-2BBC-4B3C-A544-E2267D1BC18E}" type="pres">
      <dgm:prSet presAssocID="{41C2E261-2824-4E40-80EF-4FEA0AA6EDE4}" presName="thickLine" presStyleLbl="alignNode1" presStyleIdx="4" presStyleCnt="5"/>
      <dgm:spPr/>
    </dgm:pt>
    <dgm:pt modelId="{E6A3F96E-5B0C-43DC-9BCF-039957292234}" type="pres">
      <dgm:prSet presAssocID="{41C2E261-2824-4E40-80EF-4FEA0AA6EDE4}" presName="horz1" presStyleCnt="0"/>
      <dgm:spPr/>
    </dgm:pt>
    <dgm:pt modelId="{9CA687B6-B073-48D0-BB95-5EACBDD2BAF8}" type="pres">
      <dgm:prSet presAssocID="{41C2E261-2824-4E40-80EF-4FEA0AA6EDE4}" presName="tx1" presStyleLbl="revTx" presStyleIdx="4" presStyleCnt="5"/>
      <dgm:spPr/>
    </dgm:pt>
    <dgm:pt modelId="{1CE350A7-ACBA-4615-BF45-5F288BFE0019}" type="pres">
      <dgm:prSet presAssocID="{41C2E261-2824-4E40-80EF-4FEA0AA6EDE4}" presName="vert1" presStyleCnt="0"/>
      <dgm:spPr/>
    </dgm:pt>
  </dgm:ptLst>
  <dgm:cxnLst>
    <dgm:cxn modelId="{C41DA010-31D8-4491-9A87-E75F2A2DC34A}" type="presOf" srcId="{D9F4FC7C-CE4B-4F2D-BD4B-8887B067035E}" destId="{2C529689-0CED-464C-AA5C-F9FB11C12E98}" srcOrd="0" destOrd="0" presId="urn:microsoft.com/office/officeart/2008/layout/LinedList"/>
    <dgm:cxn modelId="{80258223-3A3A-4B94-AB2A-C9E88AEC750A}" type="presOf" srcId="{BC7F76E3-4EBC-41B2-BD93-B278A143D1AA}" destId="{B41F0C58-1530-4016-84AC-14D6CEFFE4C8}" srcOrd="0" destOrd="0" presId="urn:microsoft.com/office/officeart/2008/layout/LinedList"/>
    <dgm:cxn modelId="{8CEE5D32-B985-4318-B324-2FF78E84A074}" type="presOf" srcId="{41C2E261-2824-4E40-80EF-4FEA0AA6EDE4}" destId="{9CA687B6-B073-48D0-BB95-5EACBDD2BAF8}" srcOrd="0" destOrd="0" presId="urn:microsoft.com/office/officeart/2008/layout/LinedList"/>
    <dgm:cxn modelId="{D6C64440-BF08-4C35-AFFF-65C8DE25935B}" type="presOf" srcId="{837A146A-523C-46F0-9904-945E0A1F34B1}" destId="{B816E718-4875-421C-9C2F-8E08493C5870}" srcOrd="0" destOrd="0" presId="urn:microsoft.com/office/officeart/2008/layout/LinedList"/>
    <dgm:cxn modelId="{B47C3A4D-0F00-42CE-83A9-08ECB8E7612A}" srcId="{BD138F63-1B1D-4AF9-AA90-D4DECE141972}" destId="{837A146A-523C-46F0-9904-945E0A1F34B1}" srcOrd="1" destOrd="0" parTransId="{913879E0-2265-4756-B075-231DA21B6B6F}" sibTransId="{F31B902B-BDC5-49A0-BFC2-800835F8CB79}"/>
    <dgm:cxn modelId="{92EBB973-6F42-4B47-A596-A7B7D822D436}" type="presOf" srcId="{BD138F63-1B1D-4AF9-AA90-D4DECE141972}" destId="{EC6D66E4-1D4D-46F1-A051-765FA5B3C211}" srcOrd="0" destOrd="0" presId="urn:microsoft.com/office/officeart/2008/layout/LinedList"/>
    <dgm:cxn modelId="{AEC44B7C-EDAC-456B-A777-CF7F520D8F94}" srcId="{BD138F63-1B1D-4AF9-AA90-D4DECE141972}" destId="{BC7F76E3-4EBC-41B2-BD93-B278A143D1AA}" srcOrd="2" destOrd="0" parTransId="{95F3D30A-C1E1-410F-A632-3DE6284F0B0C}" sibTransId="{6B5A0241-48C3-4156-AFE4-9282507258BE}"/>
    <dgm:cxn modelId="{37635283-2394-4809-95CB-5D004BDE878E}" srcId="{BD138F63-1B1D-4AF9-AA90-D4DECE141972}" destId="{D9F4FC7C-CE4B-4F2D-BD4B-8887B067035E}" srcOrd="3" destOrd="0" parTransId="{E6D80DD8-7853-4D1F-B996-5756ACE391AA}" sibTransId="{0A56B423-015A-45A1-A32A-D0BBD7023741}"/>
    <dgm:cxn modelId="{800D01AE-3C1A-48F3-98BD-022A0ABF100B}" srcId="{BD138F63-1B1D-4AF9-AA90-D4DECE141972}" destId="{41C2E261-2824-4E40-80EF-4FEA0AA6EDE4}" srcOrd="4" destOrd="0" parTransId="{FF514E47-B890-4244-87C6-2D4DC3A76C0A}" sibTransId="{D5652E5E-69D6-4DBF-8109-D9BC5B93FE88}"/>
    <dgm:cxn modelId="{7C85EDE6-C46F-4F3E-9909-099CB3108E8B}" srcId="{BD138F63-1B1D-4AF9-AA90-D4DECE141972}" destId="{B965AA79-9EE5-42F1-A66A-C58AE1BA7D8B}" srcOrd="0" destOrd="0" parTransId="{FA95A527-CCF3-4787-B755-B58DF0C93605}" sibTransId="{B0F6C828-0449-41C0-9A20-98E648573234}"/>
    <dgm:cxn modelId="{6E4486F6-0E5B-49D5-B1B1-3E2B4398587E}" type="presOf" srcId="{B965AA79-9EE5-42F1-A66A-C58AE1BA7D8B}" destId="{77B1955B-C774-4182-BBEC-F6E41D1768CA}" srcOrd="0" destOrd="0" presId="urn:microsoft.com/office/officeart/2008/layout/LinedList"/>
    <dgm:cxn modelId="{E226235D-8A41-40EC-B4C1-4B69378E41AF}" type="presParOf" srcId="{EC6D66E4-1D4D-46F1-A051-765FA5B3C211}" destId="{94DC2F94-0065-4D3C-9BB4-41EE8BCDC00E}" srcOrd="0" destOrd="0" presId="urn:microsoft.com/office/officeart/2008/layout/LinedList"/>
    <dgm:cxn modelId="{1A9B3758-AE25-467E-9747-FDB55752F19D}" type="presParOf" srcId="{EC6D66E4-1D4D-46F1-A051-765FA5B3C211}" destId="{8CA6EDAC-381F-4635-AF61-B092A514A773}" srcOrd="1" destOrd="0" presId="urn:microsoft.com/office/officeart/2008/layout/LinedList"/>
    <dgm:cxn modelId="{0C277F1C-01AC-4510-A56C-CA81EA06CA91}" type="presParOf" srcId="{8CA6EDAC-381F-4635-AF61-B092A514A773}" destId="{77B1955B-C774-4182-BBEC-F6E41D1768CA}" srcOrd="0" destOrd="0" presId="urn:microsoft.com/office/officeart/2008/layout/LinedList"/>
    <dgm:cxn modelId="{8BA0BE75-BC14-4A77-A459-9039EA3DB201}" type="presParOf" srcId="{8CA6EDAC-381F-4635-AF61-B092A514A773}" destId="{D1165E77-CDDB-4CCB-92CF-74D4AB2045EB}" srcOrd="1" destOrd="0" presId="urn:microsoft.com/office/officeart/2008/layout/LinedList"/>
    <dgm:cxn modelId="{489792CA-4883-4CAA-AF84-4B358D007EBE}" type="presParOf" srcId="{EC6D66E4-1D4D-46F1-A051-765FA5B3C211}" destId="{B88C13CB-6437-4E40-9A06-90B747D52327}" srcOrd="2" destOrd="0" presId="urn:microsoft.com/office/officeart/2008/layout/LinedList"/>
    <dgm:cxn modelId="{B6EE93FD-4426-447A-AF21-77F7A42875F4}" type="presParOf" srcId="{EC6D66E4-1D4D-46F1-A051-765FA5B3C211}" destId="{16697279-0970-493A-9065-03898AD62929}" srcOrd="3" destOrd="0" presId="urn:microsoft.com/office/officeart/2008/layout/LinedList"/>
    <dgm:cxn modelId="{F424167E-1D02-410A-850F-5A92BE50F163}" type="presParOf" srcId="{16697279-0970-493A-9065-03898AD62929}" destId="{B816E718-4875-421C-9C2F-8E08493C5870}" srcOrd="0" destOrd="0" presId="urn:microsoft.com/office/officeart/2008/layout/LinedList"/>
    <dgm:cxn modelId="{A0FC3D1C-1835-4296-A445-6C9085E82A1A}" type="presParOf" srcId="{16697279-0970-493A-9065-03898AD62929}" destId="{0C57BDB7-CBF4-4EF9-8415-82D369D8BD1B}" srcOrd="1" destOrd="0" presId="urn:microsoft.com/office/officeart/2008/layout/LinedList"/>
    <dgm:cxn modelId="{224DE99C-A223-47CA-840B-BF1B4F15F68C}" type="presParOf" srcId="{EC6D66E4-1D4D-46F1-A051-765FA5B3C211}" destId="{65DF6A18-7E02-4A5F-97C9-A36DEA8DB80F}" srcOrd="4" destOrd="0" presId="urn:microsoft.com/office/officeart/2008/layout/LinedList"/>
    <dgm:cxn modelId="{0A5D4171-DF04-4C74-8151-39D052695373}" type="presParOf" srcId="{EC6D66E4-1D4D-46F1-A051-765FA5B3C211}" destId="{D66A22B0-03C6-4C81-9117-6F269D7DE911}" srcOrd="5" destOrd="0" presId="urn:microsoft.com/office/officeart/2008/layout/LinedList"/>
    <dgm:cxn modelId="{C20F768F-CE8E-48EE-98EC-6EBB903227D5}" type="presParOf" srcId="{D66A22B0-03C6-4C81-9117-6F269D7DE911}" destId="{B41F0C58-1530-4016-84AC-14D6CEFFE4C8}" srcOrd="0" destOrd="0" presId="urn:microsoft.com/office/officeart/2008/layout/LinedList"/>
    <dgm:cxn modelId="{8858ED07-5C89-4A0B-BEE7-D5F5F0AD7B4B}" type="presParOf" srcId="{D66A22B0-03C6-4C81-9117-6F269D7DE911}" destId="{22DBF3A1-B396-411A-B2A1-C806E1CB3809}" srcOrd="1" destOrd="0" presId="urn:microsoft.com/office/officeart/2008/layout/LinedList"/>
    <dgm:cxn modelId="{62E1C385-6D2A-44F5-9B14-1BCCA6D82280}" type="presParOf" srcId="{EC6D66E4-1D4D-46F1-A051-765FA5B3C211}" destId="{EDBFC404-0177-4566-9853-B89743EB3978}" srcOrd="6" destOrd="0" presId="urn:microsoft.com/office/officeart/2008/layout/LinedList"/>
    <dgm:cxn modelId="{D4ED81EC-7348-4CE5-A8BC-78D05F916447}" type="presParOf" srcId="{EC6D66E4-1D4D-46F1-A051-765FA5B3C211}" destId="{93FBDB13-DB47-4B53-8A4D-0E9AA47A176E}" srcOrd="7" destOrd="0" presId="urn:microsoft.com/office/officeart/2008/layout/LinedList"/>
    <dgm:cxn modelId="{1CEAE82B-31AD-41FD-8789-D6253627ECF1}" type="presParOf" srcId="{93FBDB13-DB47-4B53-8A4D-0E9AA47A176E}" destId="{2C529689-0CED-464C-AA5C-F9FB11C12E98}" srcOrd="0" destOrd="0" presId="urn:microsoft.com/office/officeart/2008/layout/LinedList"/>
    <dgm:cxn modelId="{01EB98AD-AEC1-44DA-AC8B-5B94B9A91621}" type="presParOf" srcId="{93FBDB13-DB47-4B53-8A4D-0E9AA47A176E}" destId="{ECB64927-17D4-4313-9ACE-7F0C10B24F62}" srcOrd="1" destOrd="0" presId="urn:microsoft.com/office/officeart/2008/layout/LinedList"/>
    <dgm:cxn modelId="{04F287A8-4276-47B9-9181-4ED74AF76AFB}" type="presParOf" srcId="{EC6D66E4-1D4D-46F1-A051-765FA5B3C211}" destId="{224F1B62-2BBC-4B3C-A544-E2267D1BC18E}" srcOrd="8" destOrd="0" presId="urn:microsoft.com/office/officeart/2008/layout/LinedList"/>
    <dgm:cxn modelId="{F1C698D8-694F-47F8-98AC-C585D981DE76}" type="presParOf" srcId="{EC6D66E4-1D4D-46F1-A051-765FA5B3C211}" destId="{E6A3F96E-5B0C-43DC-9BCF-039957292234}" srcOrd="9" destOrd="0" presId="urn:microsoft.com/office/officeart/2008/layout/LinedList"/>
    <dgm:cxn modelId="{FA4BB8CF-DDEA-415A-A0B9-275E4E837970}" type="presParOf" srcId="{E6A3F96E-5B0C-43DC-9BCF-039957292234}" destId="{9CA687B6-B073-48D0-BB95-5EACBDD2BAF8}" srcOrd="0" destOrd="0" presId="urn:microsoft.com/office/officeart/2008/layout/LinedList"/>
    <dgm:cxn modelId="{C08A87E3-DEE6-4343-8899-80525507581D}" type="presParOf" srcId="{E6A3F96E-5B0C-43DC-9BCF-039957292234}" destId="{1CE350A7-ACBA-4615-BF45-5F288BFE001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6229D0-B620-457C-A86E-AB40DD261A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8381DC8-C86B-43C5-B766-531649656B8B}">
      <dgm:prSet/>
      <dgm:spPr/>
      <dgm:t>
        <a:bodyPr/>
        <a:lstStyle/>
        <a:p>
          <a:r>
            <a:rPr lang="en-US"/>
            <a:t>People avoid reporting mistake and errors because of fear of punishment or ridicule</a:t>
          </a:r>
        </a:p>
      </dgm:t>
    </dgm:pt>
    <dgm:pt modelId="{0281F6E4-03B3-4996-827A-1689560A3845}" type="parTrans" cxnId="{06B1AF34-B1B2-4982-8EAE-8CB5C96306FC}">
      <dgm:prSet/>
      <dgm:spPr/>
      <dgm:t>
        <a:bodyPr/>
        <a:lstStyle/>
        <a:p>
          <a:endParaRPr lang="en-US"/>
        </a:p>
      </dgm:t>
    </dgm:pt>
    <dgm:pt modelId="{B9FC98D1-9E04-40BC-BEB9-BD1C10AB2E53}" type="sibTrans" cxnId="{06B1AF34-B1B2-4982-8EAE-8CB5C96306FC}">
      <dgm:prSet/>
      <dgm:spPr/>
      <dgm:t>
        <a:bodyPr/>
        <a:lstStyle/>
        <a:p>
          <a:endParaRPr lang="en-US"/>
        </a:p>
      </dgm:t>
    </dgm:pt>
    <dgm:pt modelId="{0D41A769-AF66-43DE-9103-8ADFA6A37C97}">
      <dgm:prSet/>
      <dgm:spPr/>
      <dgm:t>
        <a:bodyPr/>
        <a:lstStyle/>
        <a:p>
          <a:r>
            <a:rPr lang="en-US"/>
            <a:t>Blame culture discourages collaboration and early intervention</a:t>
          </a:r>
        </a:p>
      </dgm:t>
    </dgm:pt>
    <dgm:pt modelId="{A2F0E5B9-6A08-42A2-AE97-1EE9EF780A1C}" type="parTrans" cxnId="{963F6F58-C96E-47FD-A15A-1B125A4D1B83}">
      <dgm:prSet/>
      <dgm:spPr/>
      <dgm:t>
        <a:bodyPr/>
        <a:lstStyle/>
        <a:p>
          <a:endParaRPr lang="en-US"/>
        </a:p>
      </dgm:t>
    </dgm:pt>
    <dgm:pt modelId="{D8DE6EAC-55D2-43BE-8D41-9914363333B9}" type="sibTrans" cxnId="{963F6F58-C96E-47FD-A15A-1B125A4D1B83}">
      <dgm:prSet/>
      <dgm:spPr/>
      <dgm:t>
        <a:bodyPr/>
        <a:lstStyle/>
        <a:p>
          <a:endParaRPr lang="en-US"/>
        </a:p>
      </dgm:t>
    </dgm:pt>
    <dgm:pt modelId="{8AC24E44-9227-437E-8F17-B0A58F5C988E}">
      <dgm:prSet/>
      <dgm:spPr/>
      <dgm:t>
        <a:bodyPr/>
        <a:lstStyle/>
        <a:p>
          <a:r>
            <a:rPr lang="en-US"/>
            <a:t>Engineers may attempt to cover mistakes rather than fix them</a:t>
          </a:r>
        </a:p>
      </dgm:t>
    </dgm:pt>
    <dgm:pt modelId="{F846F969-3E19-42FB-9231-6ADEBD9B19AC}" type="parTrans" cxnId="{B24C42F7-0366-43A1-A100-26D14DB0D41C}">
      <dgm:prSet/>
      <dgm:spPr/>
      <dgm:t>
        <a:bodyPr/>
        <a:lstStyle/>
        <a:p>
          <a:endParaRPr lang="en-US"/>
        </a:p>
      </dgm:t>
    </dgm:pt>
    <dgm:pt modelId="{61A6DA9B-5A29-4B34-B543-9518D33B239E}" type="sibTrans" cxnId="{B24C42F7-0366-43A1-A100-26D14DB0D41C}">
      <dgm:prSet/>
      <dgm:spPr/>
      <dgm:t>
        <a:bodyPr/>
        <a:lstStyle/>
        <a:p>
          <a:endParaRPr lang="en-US"/>
        </a:p>
      </dgm:t>
    </dgm:pt>
    <dgm:pt modelId="{74BBDF44-6B56-4A67-9670-243AEA520096}">
      <dgm:prSet/>
      <dgm:spPr/>
      <dgm:t>
        <a:bodyPr/>
        <a:lstStyle/>
        <a:p>
          <a:r>
            <a:rPr lang="en-US"/>
            <a:t>Slower incident detection and resolution</a:t>
          </a:r>
        </a:p>
      </dgm:t>
    </dgm:pt>
    <dgm:pt modelId="{E2C6D243-1762-4256-9ABD-945C476B7BAD}" type="parTrans" cxnId="{0A25E80F-761F-4313-A157-58E17AFDB8B9}">
      <dgm:prSet/>
      <dgm:spPr/>
      <dgm:t>
        <a:bodyPr/>
        <a:lstStyle/>
        <a:p>
          <a:endParaRPr lang="en-US"/>
        </a:p>
      </dgm:t>
    </dgm:pt>
    <dgm:pt modelId="{B51B4122-DDC8-435F-A455-04ED5C741958}" type="sibTrans" cxnId="{0A25E80F-761F-4313-A157-58E17AFDB8B9}">
      <dgm:prSet/>
      <dgm:spPr/>
      <dgm:t>
        <a:bodyPr/>
        <a:lstStyle/>
        <a:p>
          <a:endParaRPr lang="en-US"/>
        </a:p>
      </dgm:t>
    </dgm:pt>
    <dgm:pt modelId="{B1A7B3F8-D20F-41F1-A83A-D1D3224E7990}">
      <dgm:prSet/>
      <dgm:spPr/>
      <dgm:t>
        <a:bodyPr/>
        <a:lstStyle/>
        <a:p>
          <a:r>
            <a:rPr lang="en-US"/>
            <a:t>Lessens psychological safety in the workplace</a:t>
          </a:r>
        </a:p>
      </dgm:t>
    </dgm:pt>
    <dgm:pt modelId="{2A0BC9C6-2ADF-4D02-AFAD-69BC180E393A}" type="parTrans" cxnId="{524EA498-1BC9-45BD-B5AE-BE1F176B4A3F}">
      <dgm:prSet/>
      <dgm:spPr/>
      <dgm:t>
        <a:bodyPr/>
        <a:lstStyle/>
        <a:p>
          <a:endParaRPr lang="en-US"/>
        </a:p>
      </dgm:t>
    </dgm:pt>
    <dgm:pt modelId="{CB221F71-8DEE-4194-850F-4647F895052D}" type="sibTrans" cxnId="{524EA498-1BC9-45BD-B5AE-BE1F176B4A3F}">
      <dgm:prSet/>
      <dgm:spPr/>
      <dgm:t>
        <a:bodyPr/>
        <a:lstStyle/>
        <a:p>
          <a:endParaRPr lang="en-US"/>
        </a:p>
      </dgm:t>
    </dgm:pt>
    <dgm:pt modelId="{1A8784CB-C522-41D6-AC0F-E1D376F73048}" type="pres">
      <dgm:prSet presAssocID="{456229D0-B620-457C-A86E-AB40DD261A81}" presName="root" presStyleCnt="0">
        <dgm:presLayoutVars>
          <dgm:dir/>
          <dgm:resizeHandles val="exact"/>
        </dgm:presLayoutVars>
      </dgm:prSet>
      <dgm:spPr/>
    </dgm:pt>
    <dgm:pt modelId="{5DA7EC5A-3F43-4C66-BDD4-313750C198D8}" type="pres">
      <dgm:prSet presAssocID="{38381DC8-C86B-43C5-B766-531649656B8B}" presName="compNode" presStyleCnt="0"/>
      <dgm:spPr/>
    </dgm:pt>
    <dgm:pt modelId="{D23DD272-8338-4413-8181-B4E89D63CC41}" type="pres">
      <dgm:prSet presAssocID="{38381DC8-C86B-43C5-B766-531649656B8B}" presName="bgRect" presStyleLbl="bgShp" presStyleIdx="0" presStyleCnt="5"/>
      <dgm:spPr/>
    </dgm:pt>
    <dgm:pt modelId="{291D17F5-53DD-4B5C-A2B9-FA7EE9D36AA9}" type="pres">
      <dgm:prSet presAssocID="{38381DC8-C86B-43C5-B766-531649656B8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C9630758-16B3-47B6-9A34-BDF23F7A2E9A}" type="pres">
      <dgm:prSet presAssocID="{38381DC8-C86B-43C5-B766-531649656B8B}" presName="spaceRect" presStyleCnt="0"/>
      <dgm:spPr/>
    </dgm:pt>
    <dgm:pt modelId="{B8F662A2-053F-4DA8-9082-C74E1BA87920}" type="pres">
      <dgm:prSet presAssocID="{38381DC8-C86B-43C5-B766-531649656B8B}" presName="parTx" presStyleLbl="revTx" presStyleIdx="0" presStyleCnt="5">
        <dgm:presLayoutVars>
          <dgm:chMax val="0"/>
          <dgm:chPref val="0"/>
        </dgm:presLayoutVars>
      </dgm:prSet>
      <dgm:spPr/>
    </dgm:pt>
    <dgm:pt modelId="{03839C08-82D4-499B-B27F-898C410F3F7A}" type="pres">
      <dgm:prSet presAssocID="{B9FC98D1-9E04-40BC-BEB9-BD1C10AB2E53}" presName="sibTrans" presStyleCnt="0"/>
      <dgm:spPr/>
    </dgm:pt>
    <dgm:pt modelId="{FD9C9AFD-D868-4E06-B165-0B46AECBB403}" type="pres">
      <dgm:prSet presAssocID="{0D41A769-AF66-43DE-9103-8ADFA6A37C97}" presName="compNode" presStyleCnt="0"/>
      <dgm:spPr/>
    </dgm:pt>
    <dgm:pt modelId="{0E9FBEB0-A10E-4346-B208-BF14B45EA3EE}" type="pres">
      <dgm:prSet presAssocID="{0D41A769-AF66-43DE-9103-8ADFA6A37C97}" presName="bgRect" presStyleLbl="bgShp" presStyleIdx="1" presStyleCnt="5"/>
      <dgm:spPr/>
    </dgm:pt>
    <dgm:pt modelId="{2BCAB44B-54C8-40BF-A866-2CFD9DDED36F}" type="pres">
      <dgm:prSet presAssocID="{0D41A769-AF66-43DE-9103-8ADFA6A37C9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DFF98DC8-189E-412C-A606-D7416F73EC10}" type="pres">
      <dgm:prSet presAssocID="{0D41A769-AF66-43DE-9103-8ADFA6A37C97}" presName="spaceRect" presStyleCnt="0"/>
      <dgm:spPr/>
    </dgm:pt>
    <dgm:pt modelId="{5CCAA37C-1E12-44D0-8E2C-52647F4E0C1C}" type="pres">
      <dgm:prSet presAssocID="{0D41A769-AF66-43DE-9103-8ADFA6A37C97}" presName="parTx" presStyleLbl="revTx" presStyleIdx="1" presStyleCnt="5">
        <dgm:presLayoutVars>
          <dgm:chMax val="0"/>
          <dgm:chPref val="0"/>
        </dgm:presLayoutVars>
      </dgm:prSet>
      <dgm:spPr/>
    </dgm:pt>
    <dgm:pt modelId="{BFA92C00-62AA-4ECC-93AA-F29F2FDCC838}" type="pres">
      <dgm:prSet presAssocID="{D8DE6EAC-55D2-43BE-8D41-9914363333B9}" presName="sibTrans" presStyleCnt="0"/>
      <dgm:spPr/>
    </dgm:pt>
    <dgm:pt modelId="{E20DA85E-7243-443B-A8A8-C40F425EB428}" type="pres">
      <dgm:prSet presAssocID="{8AC24E44-9227-437E-8F17-B0A58F5C988E}" presName="compNode" presStyleCnt="0"/>
      <dgm:spPr/>
    </dgm:pt>
    <dgm:pt modelId="{2F80D1A6-C170-49C3-9E9F-FB45453513C1}" type="pres">
      <dgm:prSet presAssocID="{8AC24E44-9227-437E-8F17-B0A58F5C988E}" presName="bgRect" presStyleLbl="bgShp" presStyleIdx="2" presStyleCnt="5"/>
      <dgm:spPr/>
    </dgm:pt>
    <dgm:pt modelId="{C045346D-D5E6-47A1-80B1-D8DB3C112DAA}" type="pres">
      <dgm:prSet presAssocID="{8AC24E44-9227-437E-8F17-B0A58F5C988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BAC2C469-11D6-4485-ABE8-105F52557135}" type="pres">
      <dgm:prSet presAssocID="{8AC24E44-9227-437E-8F17-B0A58F5C988E}" presName="spaceRect" presStyleCnt="0"/>
      <dgm:spPr/>
    </dgm:pt>
    <dgm:pt modelId="{19928B98-2764-4EF7-BEF4-C18C458150A2}" type="pres">
      <dgm:prSet presAssocID="{8AC24E44-9227-437E-8F17-B0A58F5C988E}" presName="parTx" presStyleLbl="revTx" presStyleIdx="2" presStyleCnt="5">
        <dgm:presLayoutVars>
          <dgm:chMax val="0"/>
          <dgm:chPref val="0"/>
        </dgm:presLayoutVars>
      </dgm:prSet>
      <dgm:spPr/>
    </dgm:pt>
    <dgm:pt modelId="{D8E87488-4702-4B5C-8B40-B18124CF2292}" type="pres">
      <dgm:prSet presAssocID="{61A6DA9B-5A29-4B34-B543-9518D33B239E}" presName="sibTrans" presStyleCnt="0"/>
      <dgm:spPr/>
    </dgm:pt>
    <dgm:pt modelId="{C7867C26-74EC-4A4D-B2DD-19F54B1DDED3}" type="pres">
      <dgm:prSet presAssocID="{74BBDF44-6B56-4A67-9670-243AEA520096}" presName="compNode" presStyleCnt="0"/>
      <dgm:spPr/>
    </dgm:pt>
    <dgm:pt modelId="{599160BC-8FA1-49CF-9CEA-82CC1C0797F5}" type="pres">
      <dgm:prSet presAssocID="{74BBDF44-6B56-4A67-9670-243AEA520096}" presName="bgRect" presStyleLbl="bgShp" presStyleIdx="3" presStyleCnt="5"/>
      <dgm:spPr/>
    </dgm:pt>
    <dgm:pt modelId="{C40F4DC1-6E85-4BF5-858D-53416ABD89EB}" type="pres">
      <dgm:prSet presAssocID="{74BBDF44-6B56-4A67-9670-243AEA52009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0318771-72B8-4D70-9BF2-0BA0E09EC131}" type="pres">
      <dgm:prSet presAssocID="{74BBDF44-6B56-4A67-9670-243AEA520096}" presName="spaceRect" presStyleCnt="0"/>
      <dgm:spPr/>
    </dgm:pt>
    <dgm:pt modelId="{572F24C9-E76A-4B26-8764-C61D84CA1B13}" type="pres">
      <dgm:prSet presAssocID="{74BBDF44-6B56-4A67-9670-243AEA520096}" presName="parTx" presStyleLbl="revTx" presStyleIdx="3" presStyleCnt="5">
        <dgm:presLayoutVars>
          <dgm:chMax val="0"/>
          <dgm:chPref val="0"/>
        </dgm:presLayoutVars>
      </dgm:prSet>
      <dgm:spPr/>
    </dgm:pt>
    <dgm:pt modelId="{54F91547-20F1-412F-B58B-33577DFD3258}" type="pres">
      <dgm:prSet presAssocID="{B51B4122-DDC8-435F-A455-04ED5C741958}" presName="sibTrans" presStyleCnt="0"/>
      <dgm:spPr/>
    </dgm:pt>
    <dgm:pt modelId="{E2E9CBE3-7DE9-4FF8-97EF-64B267261F17}" type="pres">
      <dgm:prSet presAssocID="{B1A7B3F8-D20F-41F1-A83A-D1D3224E7990}" presName="compNode" presStyleCnt="0"/>
      <dgm:spPr/>
    </dgm:pt>
    <dgm:pt modelId="{B20AFA0F-3D8F-43BF-9C1A-A1D95118A4AC}" type="pres">
      <dgm:prSet presAssocID="{B1A7B3F8-D20F-41F1-A83A-D1D3224E7990}" presName="bgRect" presStyleLbl="bgShp" presStyleIdx="4" presStyleCnt="5"/>
      <dgm:spPr/>
    </dgm:pt>
    <dgm:pt modelId="{48164D10-AF71-4E16-B798-558BB5683232}" type="pres">
      <dgm:prSet presAssocID="{B1A7B3F8-D20F-41F1-A83A-D1D3224E799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4C516F42-148B-4D0A-AF11-70FBE50E626E}" type="pres">
      <dgm:prSet presAssocID="{B1A7B3F8-D20F-41F1-A83A-D1D3224E7990}" presName="spaceRect" presStyleCnt="0"/>
      <dgm:spPr/>
    </dgm:pt>
    <dgm:pt modelId="{3AF974A0-47E7-4B9C-9923-6DFC2BE9C949}" type="pres">
      <dgm:prSet presAssocID="{B1A7B3F8-D20F-41F1-A83A-D1D3224E799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52CE804-30DD-4B47-B1AF-BD9F8CB6AFA1}" type="presOf" srcId="{0D41A769-AF66-43DE-9103-8ADFA6A37C97}" destId="{5CCAA37C-1E12-44D0-8E2C-52647F4E0C1C}" srcOrd="0" destOrd="0" presId="urn:microsoft.com/office/officeart/2018/2/layout/IconVerticalSolidList"/>
    <dgm:cxn modelId="{0A25E80F-761F-4313-A157-58E17AFDB8B9}" srcId="{456229D0-B620-457C-A86E-AB40DD261A81}" destId="{74BBDF44-6B56-4A67-9670-243AEA520096}" srcOrd="3" destOrd="0" parTransId="{E2C6D243-1762-4256-9ABD-945C476B7BAD}" sibTransId="{B51B4122-DDC8-435F-A455-04ED5C741958}"/>
    <dgm:cxn modelId="{06B1AF34-B1B2-4982-8EAE-8CB5C96306FC}" srcId="{456229D0-B620-457C-A86E-AB40DD261A81}" destId="{38381DC8-C86B-43C5-B766-531649656B8B}" srcOrd="0" destOrd="0" parTransId="{0281F6E4-03B3-4996-827A-1689560A3845}" sibTransId="{B9FC98D1-9E04-40BC-BEB9-BD1C10AB2E53}"/>
    <dgm:cxn modelId="{963F6F58-C96E-47FD-A15A-1B125A4D1B83}" srcId="{456229D0-B620-457C-A86E-AB40DD261A81}" destId="{0D41A769-AF66-43DE-9103-8ADFA6A37C97}" srcOrd="1" destOrd="0" parTransId="{A2F0E5B9-6A08-42A2-AE97-1EE9EF780A1C}" sibTransId="{D8DE6EAC-55D2-43BE-8D41-9914363333B9}"/>
    <dgm:cxn modelId="{524EA498-1BC9-45BD-B5AE-BE1F176B4A3F}" srcId="{456229D0-B620-457C-A86E-AB40DD261A81}" destId="{B1A7B3F8-D20F-41F1-A83A-D1D3224E7990}" srcOrd="4" destOrd="0" parTransId="{2A0BC9C6-2ADF-4D02-AFAD-69BC180E393A}" sibTransId="{CB221F71-8DEE-4194-850F-4647F895052D}"/>
    <dgm:cxn modelId="{FEA6DB9A-B974-4A34-9F9D-E75FA662D1D4}" type="presOf" srcId="{8AC24E44-9227-437E-8F17-B0A58F5C988E}" destId="{19928B98-2764-4EF7-BEF4-C18C458150A2}" srcOrd="0" destOrd="0" presId="urn:microsoft.com/office/officeart/2018/2/layout/IconVerticalSolidList"/>
    <dgm:cxn modelId="{6546BEB1-3127-4666-B949-C18125973C08}" type="presOf" srcId="{B1A7B3F8-D20F-41F1-A83A-D1D3224E7990}" destId="{3AF974A0-47E7-4B9C-9923-6DFC2BE9C949}" srcOrd="0" destOrd="0" presId="urn:microsoft.com/office/officeart/2018/2/layout/IconVerticalSolidList"/>
    <dgm:cxn modelId="{ED8AEDD5-757B-4017-905B-A88C24A61313}" type="presOf" srcId="{38381DC8-C86B-43C5-B766-531649656B8B}" destId="{B8F662A2-053F-4DA8-9082-C74E1BA87920}" srcOrd="0" destOrd="0" presId="urn:microsoft.com/office/officeart/2018/2/layout/IconVerticalSolidList"/>
    <dgm:cxn modelId="{599403EE-2ED3-4824-A116-EA9149D5B819}" type="presOf" srcId="{74BBDF44-6B56-4A67-9670-243AEA520096}" destId="{572F24C9-E76A-4B26-8764-C61D84CA1B13}" srcOrd="0" destOrd="0" presId="urn:microsoft.com/office/officeart/2018/2/layout/IconVerticalSolidList"/>
    <dgm:cxn modelId="{3D471EF2-525A-4F94-A188-DE2902D0A94B}" type="presOf" srcId="{456229D0-B620-457C-A86E-AB40DD261A81}" destId="{1A8784CB-C522-41D6-AC0F-E1D376F73048}" srcOrd="0" destOrd="0" presId="urn:microsoft.com/office/officeart/2018/2/layout/IconVerticalSolidList"/>
    <dgm:cxn modelId="{B24C42F7-0366-43A1-A100-26D14DB0D41C}" srcId="{456229D0-B620-457C-A86E-AB40DD261A81}" destId="{8AC24E44-9227-437E-8F17-B0A58F5C988E}" srcOrd="2" destOrd="0" parTransId="{F846F969-3E19-42FB-9231-6ADEBD9B19AC}" sibTransId="{61A6DA9B-5A29-4B34-B543-9518D33B239E}"/>
    <dgm:cxn modelId="{91E6B67E-A496-48BC-9543-A1BB1ED42CEE}" type="presParOf" srcId="{1A8784CB-C522-41D6-AC0F-E1D376F73048}" destId="{5DA7EC5A-3F43-4C66-BDD4-313750C198D8}" srcOrd="0" destOrd="0" presId="urn:microsoft.com/office/officeart/2018/2/layout/IconVerticalSolidList"/>
    <dgm:cxn modelId="{30062056-99B9-4D8D-B523-53AF9B27CD22}" type="presParOf" srcId="{5DA7EC5A-3F43-4C66-BDD4-313750C198D8}" destId="{D23DD272-8338-4413-8181-B4E89D63CC41}" srcOrd="0" destOrd="0" presId="urn:microsoft.com/office/officeart/2018/2/layout/IconVerticalSolidList"/>
    <dgm:cxn modelId="{0EA6A15F-9710-4631-88BE-F60E3AA8550F}" type="presParOf" srcId="{5DA7EC5A-3F43-4C66-BDD4-313750C198D8}" destId="{291D17F5-53DD-4B5C-A2B9-FA7EE9D36AA9}" srcOrd="1" destOrd="0" presId="urn:microsoft.com/office/officeart/2018/2/layout/IconVerticalSolidList"/>
    <dgm:cxn modelId="{580AFBA9-B858-43CD-830B-02641C019BB3}" type="presParOf" srcId="{5DA7EC5A-3F43-4C66-BDD4-313750C198D8}" destId="{C9630758-16B3-47B6-9A34-BDF23F7A2E9A}" srcOrd="2" destOrd="0" presId="urn:microsoft.com/office/officeart/2018/2/layout/IconVerticalSolidList"/>
    <dgm:cxn modelId="{85CC8158-BD27-4021-8ADD-F8AD5A0E12D7}" type="presParOf" srcId="{5DA7EC5A-3F43-4C66-BDD4-313750C198D8}" destId="{B8F662A2-053F-4DA8-9082-C74E1BA87920}" srcOrd="3" destOrd="0" presId="urn:microsoft.com/office/officeart/2018/2/layout/IconVerticalSolidList"/>
    <dgm:cxn modelId="{4178ADC6-767B-4A19-82D4-859C5B6EA302}" type="presParOf" srcId="{1A8784CB-C522-41D6-AC0F-E1D376F73048}" destId="{03839C08-82D4-499B-B27F-898C410F3F7A}" srcOrd="1" destOrd="0" presId="urn:microsoft.com/office/officeart/2018/2/layout/IconVerticalSolidList"/>
    <dgm:cxn modelId="{88FBFF8D-E0F8-4E3D-81ED-86F707900621}" type="presParOf" srcId="{1A8784CB-C522-41D6-AC0F-E1D376F73048}" destId="{FD9C9AFD-D868-4E06-B165-0B46AECBB403}" srcOrd="2" destOrd="0" presId="urn:microsoft.com/office/officeart/2018/2/layout/IconVerticalSolidList"/>
    <dgm:cxn modelId="{D587B462-A503-43A4-94A2-BB041C5377DB}" type="presParOf" srcId="{FD9C9AFD-D868-4E06-B165-0B46AECBB403}" destId="{0E9FBEB0-A10E-4346-B208-BF14B45EA3EE}" srcOrd="0" destOrd="0" presId="urn:microsoft.com/office/officeart/2018/2/layout/IconVerticalSolidList"/>
    <dgm:cxn modelId="{36BCA60D-44C2-4005-B9F7-C37C8B243CD4}" type="presParOf" srcId="{FD9C9AFD-D868-4E06-B165-0B46AECBB403}" destId="{2BCAB44B-54C8-40BF-A866-2CFD9DDED36F}" srcOrd="1" destOrd="0" presId="urn:microsoft.com/office/officeart/2018/2/layout/IconVerticalSolidList"/>
    <dgm:cxn modelId="{1D011A3F-464A-451B-95CA-4240DA206433}" type="presParOf" srcId="{FD9C9AFD-D868-4E06-B165-0B46AECBB403}" destId="{DFF98DC8-189E-412C-A606-D7416F73EC10}" srcOrd="2" destOrd="0" presId="urn:microsoft.com/office/officeart/2018/2/layout/IconVerticalSolidList"/>
    <dgm:cxn modelId="{B49BA917-08DA-45B7-BBEC-554394CB2FF9}" type="presParOf" srcId="{FD9C9AFD-D868-4E06-B165-0B46AECBB403}" destId="{5CCAA37C-1E12-44D0-8E2C-52647F4E0C1C}" srcOrd="3" destOrd="0" presId="urn:microsoft.com/office/officeart/2018/2/layout/IconVerticalSolidList"/>
    <dgm:cxn modelId="{D5356043-CF8D-4DEB-A26D-BC51E790656E}" type="presParOf" srcId="{1A8784CB-C522-41D6-AC0F-E1D376F73048}" destId="{BFA92C00-62AA-4ECC-93AA-F29F2FDCC838}" srcOrd="3" destOrd="0" presId="urn:microsoft.com/office/officeart/2018/2/layout/IconVerticalSolidList"/>
    <dgm:cxn modelId="{8A8984EE-CF2B-4FC3-B8A8-4ED0102105EB}" type="presParOf" srcId="{1A8784CB-C522-41D6-AC0F-E1D376F73048}" destId="{E20DA85E-7243-443B-A8A8-C40F425EB428}" srcOrd="4" destOrd="0" presId="urn:microsoft.com/office/officeart/2018/2/layout/IconVerticalSolidList"/>
    <dgm:cxn modelId="{CA5FEB48-D62F-4201-B57C-810D4B7FC555}" type="presParOf" srcId="{E20DA85E-7243-443B-A8A8-C40F425EB428}" destId="{2F80D1A6-C170-49C3-9E9F-FB45453513C1}" srcOrd="0" destOrd="0" presId="urn:microsoft.com/office/officeart/2018/2/layout/IconVerticalSolidList"/>
    <dgm:cxn modelId="{3592014B-16A6-4941-B2F5-0CB4831A7F76}" type="presParOf" srcId="{E20DA85E-7243-443B-A8A8-C40F425EB428}" destId="{C045346D-D5E6-47A1-80B1-D8DB3C112DAA}" srcOrd="1" destOrd="0" presId="urn:microsoft.com/office/officeart/2018/2/layout/IconVerticalSolidList"/>
    <dgm:cxn modelId="{742FC184-2227-4930-97E6-578A34AECC63}" type="presParOf" srcId="{E20DA85E-7243-443B-A8A8-C40F425EB428}" destId="{BAC2C469-11D6-4485-ABE8-105F52557135}" srcOrd="2" destOrd="0" presId="urn:microsoft.com/office/officeart/2018/2/layout/IconVerticalSolidList"/>
    <dgm:cxn modelId="{F9187D8A-AB26-4D86-9475-D5D63951BD3D}" type="presParOf" srcId="{E20DA85E-7243-443B-A8A8-C40F425EB428}" destId="{19928B98-2764-4EF7-BEF4-C18C458150A2}" srcOrd="3" destOrd="0" presId="urn:microsoft.com/office/officeart/2018/2/layout/IconVerticalSolidList"/>
    <dgm:cxn modelId="{6E56F5DE-2CF4-4442-859F-CF0E57F50ACE}" type="presParOf" srcId="{1A8784CB-C522-41D6-AC0F-E1D376F73048}" destId="{D8E87488-4702-4B5C-8B40-B18124CF2292}" srcOrd="5" destOrd="0" presId="urn:microsoft.com/office/officeart/2018/2/layout/IconVerticalSolidList"/>
    <dgm:cxn modelId="{4C537C69-8F43-4A40-902E-BC4B1E34192E}" type="presParOf" srcId="{1A8784CB-C522-41D6-AC0F-E1D376F73048}" destId="{C7867C26-74EC-4A4D-B2DD-19F54B1DDED3}" srcOrd="6" destOrd="0" presId="urn:microsoft.com/office/officeart/2018/2/layout/IconVerticalSolidList"/>
    <dgm:cxn modelId="{1F59A354-862D-4612-8B3D-4DA29767A775}" type="presParOf" srcId="{C7867C26-74EC-4A4D-B2DD-19F54B1DDED3}" destId="{599160BC-8FA1-49CF-9CEA-82CC1C0797F5}" srcOrd="0" destOrd="0" presId="urn:microsoft.com/office/officeart/2018/2/layout/IconVerticalSolidList"/>
    <dgm:cxn modelId="{D582CA6E-1D8E-4D1C-86BA-0F34B7E2EF38}" type="presParOf" srcId="{C7867C26-74EC-4A4D-B2DD-19F54B1DDED3}" destId="{C40F4DC1-6E85-4BF5-858D-53416ABD89EB}" srcOrd="1" destOrd="0" presId="urn:microsoft.com/office/officeart/2018/2/layout/IconVerticalSolidList"/>
    <dgm:cxn modelId="{D3920880-FA15-4C62-BC29-CF65611C4C49}" type="presParOf" srcId="{C7867C26-74EC-4A4D-B2DD-19F54B1DDED3}" destId="{20318771-72B8-4D70-9BF2-0BA0E09EC131}" srcOrd="2" destOrd="0" presId="urn:microsoft.com/office/officeart/2018/2/layout/IconVerticalSolidList"/>
    <dgm:cxn modelId="{BA0203B5-FB07-4217-BB41-544E84FEED45}" type="presParOf" srcId="{C7867C26-74EC-4A4D-B2DD-19F54B1DDED3}" destId="{572F24C9-E76A-4B26-8764-C61D84CA1B13}" srcOrd="3" destOrd="0" presId="urn:microsoft.com/office/officeart/2018/2/layout/IconVerticalSolidList"/>
    <dgm:cxn modelId="{3C83A35B-0BFD-4937-8FE7-30543FE1213C}" type="presParOf" srcId="{1A8784CB-C522-41D6-AC0F-E1D376F73048}" destId="{54F91547-20F1-412F-B58B-33577DFD3258}" srcOrd="7" destOrd="0" presId="urn:microsoft.com/office/officeart/2018/2/layout/IconVerticalSolidList"/>
    <dgm:cxn modelId="{A4656139-221B-49D1-A465-5A2B182CE607}" type="presParOf" srcId="{1A8784CB-C522-41D6-AC0F-E1D376F73048}" destId="{E2E9CBE3-7DE9-4FF8-97EF-64B267261F17}" srcOrd="8" destOrd="0" presId="urn:microsoft.com/office/officeart/2018/2/layout/IconVerticalSolidList"/>
    <dgm:cxn modelId="{B324E3E3-5DD4-41F9-AA76-705DC1BBE7B9}" type="presParOf" srcId="{E2E9CBE3-7DE9-4FF8-97EF-64B267261F17}" destId="{B20AFA0F-3D8F-43BF-9C1A-A1D95118A4AC}" srcOrd="0" destOrd="0" presId="urn:microsoft.com/office/officeart/2018/2/layout/IconVerticalSolidList"/>
    <dgm:cxn modelId="{5A592ED2-27CD-496C-9AF2-0B455F385EB1}" type="presParOf" srcId="{E2E9CBE3-7DE9-4FF8-97EF-64B267261F17}" destId="{48164D10-AF71-4E16-B798-558BB5683232}" srcOrd="1" destOrd="0" presId="urn:microsoft.com/office/officeart/2018/2/layout/IconVerticalSolidList"/>
    <dgm:cxn modelId="{80CEB80C-75D4-47BD-93DC-5C0073C829E8}" type="presParOf" srcId="{E2E9CBE3-7DE9-4FF8-97EF-64B267261F17}" destId="{4C516F42-148B-4D0A-AF11-70FBE50E626E}" srcOrd="2" destOrd="0" presId="urn:microsoft.com/office/officeart/2018/2/layout/IconVerticalSolidList"/>
    <dgm:cxn modelId="{320E5391-ECDB-4E0F-86A0-31E73085C0E1}" type="presParOf" srcId="{E2E9CBE3-7DE9-4FF8-97EF-64B267261F17}" destId="{3AF974A0-47E7-4B9C-9923-6DFC2BE9C9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381F7B-A251-4B18-91CC-1032CC68FEE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2848614-208C-4775-89FE-B7E426861E92}">
      <dgm:prSet/>
      <dgm:spPr/>
      <dgm:t>
        <a:bodyPr/>
        <a:lstStyle/>
        <a:p>
          <a:r>
            <a:rPr lang="en-US"/>
            <a:t>People often misinterpret a just culture as one lacking accountability.</a:t>
          </a:r>
        </a:p>
      </dgm:t>
    </dgm:pt>
    <dgm:pt modelId="{5DE73100-30DD-46E5-93EB-3634205F32D8}" type="parTrans" cxnId="{0AB7C844-0EFF-4BC4-9E58-97CD8B5A5BCD}">
      <dgm:prSet/>
      <dgm:spPr/>
      <dgm:t>
        <a:bodyPr/>
        <a:lstStyle/>
        <a:p>
          <a:endParaRPr lang="en-US"/>
        </a:p>
      </dgm:t>
    </dgm:pt>
    <dgm:pt modelId="{F33002F8-7941-445A-9F30-F7599F695AC2}" type="sibTrans" cxnId="{0AB7C844-0EFF-4BC4-9E58-97CD8B5A5BCD}">
      <dgm:prSet/>
      <dgm:spPr/>
      <dgm:t>
        <a:bodyPr/>
        <a:lstStyle/>
        <a:p>
          <a:endParaRPr lang="en-US"/>
        </a:p>
      </dgm:t>
    </dgm:pt>
    <dgm:pt modelId="{750DD783-01F1-4C66-8FEA-F22D6B8BBAE4}">
      <dgm:prSet/>
      <dgm:spPr/>
      <dgm:t>
        <a:bodyPr/>
        <a:lstStyle/>
        <a:p>
          <a:r>
            <a:rPr lang="en-US"/>
            <a:t>Leaders claim to support Just Culture but default to blame when issues arise</a:t>
          </a:r>
        </a:p>
      </dgm:t>
    </dgm:pt>
    <dgm:pt modelId="{37A357B9-0C41-465B-81AC-4B74AB1914F6}" type="parTrans" cxnId="{CF740726-35AE-4705-8D0D-29D2E5AB4EA0}">
      <dgm:prSet/>
      <dgm:spPr/>
      <dgm:t>
        <a:bodyPr/>
        <a:lstStyle/>
        <a:p>
          <a:endParaRPr lang="en-US"/>
        </a:p>
      </dgm:t>
    </dgm:pt>
    <dgm:pt modelId="{767FB6D3-6475-4474-9129-338D50DD4B4B}" type="sibTrans" cxnId="{CF740726-35AE-4705-8D0D-29D2E5AB4EA0}">
      <dgm:prSet/>
      <dgm:spPr/>
      <dgm:t>
        <a:bodyPr/>
        <a:lstStyle/>
        <a:p>
          <a:endParaRPr lang="en-US"/>
        </a:p>
      </dgm:t>
    </dgm:pt>
    <dgm:pt modelId="{0D38BBA2-128F-422B-89DE-2B0A0EC42799}">
      <dgm:prSet/>
      <dgm:spPr/>
      <dgm:t>
        <a:bodyPr/>
        <a:lstStyle/>
        <a:p>
          <a:r>
            <a:rPr lang="en-US"/>
            <a:t>Lack of training across all levels of leadership lead to mixed messaging as it relates to issue responses.</a:t>
          </a:r>
        </a:p>
      </dgm:t>
    </dgm:pt>
    <dgm:pt modelId="{F65028C1-B3EB-4268-B934-428B9F4D8F5C}" type="parTrans" cxnId="{8C263A4C-BB3F-4E81-9F61-0047A67EB22D}">
      <dgm:prSet/>
      <dgm:spPr/>
      <dgm:t>
        <a:bodyPr/>
        <a:lstStyle/>
        <a:p>
          <a:endParaRPr lang="en-US"/>
        </a:p>
      </dgm:t>
    </dgm:pt>
    <dgm:pt modelId="{7BEDB163-0C08-4B1B-962E-F398D8CA9B93}" type="sibTrans" cxnId="{8C263A4C-BB3F-4E81-9F61-0047A67EB22D}">
      <dgm:prSet/>
      <dgm:spPr/>
      <dgm:t>
        <a:bodyPr/>
        <a:lstStyle/>
        <a:p>
          <a:endParaRPr lang="en-US"/>
        </a:p>
      </dgm:t>
    </dgm:pt>
    <dgm:pt modelId="{89A3E94D-F0BC-4F5E-A2A6-9174D16B0F87}">
      <dgm:prSet/>
      <dgm:spPr/>
      <dgm:t>
        <a:bodyPr/>
        <a:lstStyle/>
        <a:p>
          <a:r>
            <a:rPr lang="en-US"/>
            <a:t>Blameless retrospectives and learning practices are not followed through on</a:t>
          </a:r>
        </a:p>
      </dgm:t>
    </dgm:pt>
    <dgm:pt modelId="{00EEAF4D-B42A-452F-9570-1BFFA89FDDB4}" type="parTrans" cxnId="{F637C854-079E-44BF-904B-0EF3A816C731}">
      <dgm:prSet/>
      <dgm:spPr/>
      <dgm:t>
        <a:bodyPr/>
        <a:lstStyle/>
        <a:p>
          <a:endParaRPr lang="en-US"/>
        </a:p>
      </dgm:t>
    </dgm:pt>
    <dgm:pt modelId="{7EE3B6EF-DCD6-443B-BE70-DC17D56D544F}" type="sibTrans" cxnId="{F637C854-079E-44BF-904B-0EF3A816C731}">
      <dgm:prSet/>
      <dgm:spPr/>
      <dgm:t>
        <a:bodyPr/>
        <a:lstStyle/>
        <a:p>
          <a:endParaRPr lang="en-US"/>
        </a:p>
      </dgm:t>
    </dgm:pt>
    <dgm:pt modelId="{D477EB65-9FFC-4983-9353-8848D0B57735}" type="pres">
      <dgm:prSet presAssocID="{0D381F7B-A251-4B18-91CC-1032CC68FEE1}" presName="linear" presStyleCnt="0">
        <dgm:presLayoutVars>
          <dgm:animLvl val="lvl"/>
          <dgm:resizeHandles val="exact"/>
        </dgm:presLayoutVars>
      </dgm:prSet>
      <dgm:spPr/>
    </dgm:pt>
    <dgm:pt modelId="{A8E4BF86-BD16-47A3-99D8-9C0A2C4DC4A6}" type="pres">
      <dgm:prSet presAssocID="{62848614-208C-4775-89FE-B7E426861E9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B9BBD01-8294-4E22-8C11-251E6D012564}" type="pres">
      <dgm:prSet presAssocID="{F33002F8-7941-445A-9F30-F7599F695AC2}" presName="spacer" presStyleCnt="0"/>
      <dgm:spPr/>
    </dgm:pt>
    <dgm:pt modelId="{E199FD4C-0084-4526-B75A-39BBAE38C7C0}" type="pres">
      <dgm:prSet presAssocID="{750DD783-01F1-4C66-8FEA-F22D6B8BBAE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27F7002-3A7A-4572-834E-3EA3412EEE16}" type="pres">
      <dgm:prSet presAssocID="{767FB6D3-6475-4474-9129-338D50DD4B4B}" presName="spacer" presStyleCnt="0"/>
      <dgm:spPr/>
    </dgm:pt>
    <dgm:pt modelId="{C5069E98-0BFF-44BA-AD72-6CEC5CC8176A}" type="pres">
      <dgm:prSet presAssocID="{0D38BBA2-128F-422B-89DE-2B0A0EC427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D8BF15-4ADC-4DAA-96B0-B09404D8D753}" type="pres">
      <dgm:prSet presAssocID="{7BEDB163-0C08-4B1B-962E-F398D8CA9B93}" presName="spacer" presStyleCnt="0"/>
      <dgm:spPr/>
    </dgm:pt>
    <dgm:pt modelId="{34B522AC-2AAC-4052-8DDA-1C8663E36FFB}" type="pres">
      <dgm:prSet presAssocID="{89A3E94D-F0BC-4F5E-A2A6-9174D16B0F8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F740726-35AE-4705-8D0D-29D2E5AB4EA0}" srcId="{0D381F7B-A251-4B18-91CC-1032CC68FEE1}" destId="{750DD783-01F1-4C66-8FEA-F22D6B8BBAE4}" srcOrd="1" destOrd="0" parTransId="{37A357B9-0C41-465B-81AC-4B74AB1914F6}" sibTransId="{767FB6D3-6475-4474-9129-338D50DD4B4B}"/>
    <dgm:cxn modelId="{D3F79835-59D0-4D5C-9CDB-E063894AEC07}" type="presOf" srcId="{0D381F7B-A251-4B18-91CC-1032CC68FEE1}" destId="{D477EB65-9FFC-4983-9353-8848D0B57735}" srcOrd="0" destOrd="0" presId="urn:microsoft.com/office/officeart/2005/8/layout/vList2"/>
    <dgm:cxn modelId="{0AB7C844-0EFF-4BC4-9E58-97CD8B5A5BCD}" srcId="{0D381F7B-A251-4B18-91CC-1032CC68FEE1}" destId="{62848614-208C-4775-89FE-B7E426861E92}" srcOrd="0" destOrd="0" parTransId="{5DE73100-30DD-46E5-93EB-3634205F32D8}" sibTransId="{F33002F8-7941-445A-9F30-F7599F695AC2}"/>
    <dgm:cxn modelId="{8C263A4C-BB3F-4E81-9F61-0047A67EB22D}" srcId="{0D381F7B-A251-4B18-91CC-1032CC68FEE1}" destId="{0D38BBA2-128F-422B-89DE-2B0A0EC42799}" srcOrd="2" destOrd="0" parTransId="{F65028C1-B3EB-4268-B934-428B9F4D8F5C}" sibTransId="{7BEDB163-0C08-4B1B-962E-F398D8CA9B93}"/>
    <dgm:cxn modelId="{28B57A4E-40C3-4533-B5B4-0256D5F736E2}" type="presOf" srcId="{89A3E94D-F0BC-4F5E-A2A6-9174D16B0F87}" destId="{34B522AC-2AAC-4052-8DDA-1C8663E36FFB}" srcOrd="0" destOrd="0" presId="urn:microsoft.com/office/officeart/2005/8/layout/vList2"/>
    <dgm:cxn modelId="{F637C854-079E-44BF-904B-0EF3A816C731}" srcId="{0D381F7B-A251-4B18-91CC-1032CC68FEE1}" destId="{89A3E94D-F0BC-4F5E-A2A6-9174D16B0F87}" srcOrd="3" destOrd="0" parTransId="{00EEAF4D-B42A-452F-9570-1BFFA89FDDB4}" sibTransId="{7EE3B6EF-DCD6-443B-BE70-DC17D56D544F}"/>
    <dgm:cxn modelId="{554A9555-CC70-4B17-B4CB-BFBCBDFC87DD}" type="presOf" srcId="{0D38BBA2-128F-422B-89DE-2B0A0EC42799}" destId="{C5069E98-0BFF-44BA-AD72-6CEC5CC8176A}" srcOrd="0" destOrd="0" presId="urn:microsoft.com/office/officeart/2005/8/layout/vList2"/>
    <dgm:cxn modelId="{670BEE9F-C687-4602-9A12-F255910C9421}" type="presOf" srcId="{750DD783-01F1-4C66-8FEA-F22D6B8BBAE4}" destId="{E199FD4C-0084-4526-B75A-39BBAE38C7C0}" srcOrd="0" destOrd="0" presId="urn:microsoft.com/office/officeart/2005/8/layout/vList2"/>
    <dgm:cxn modelId="{0BA189FC-A750-4042-8A00-0284E239E0E7}" type="presOf" srcId="{62848614-208C-4775-89FE-B7E426861E92}" destId="{A8E4BF86-BD16-47A3-99D8-9C0A2C4DC4A6}" srcOrd="0" destOrd="0" presId="urn:microsoft.com/office/officeart/2005/8/layout/vList2"/>
    <dgm:cxn modelId="{FF91A0BF-7F9D-4A41-8E82-620EC1A009BF}" type="presParOf" srcId="{D477EB65-9FFC-4983-9353-8848D0B57735}" destId="{A8E4BF86-BD16-47A3-99D8-9C0A2C4DC4A6}" srcOrd="0" destOrd="0" presId="urn:microsoft.com/office/officeart/2005/8/layout/vList2"/>
    <dgm:cxn modelId="{584D6016-899A-4646-896F-F223B3F612CB}" type="presParOf" srcId="{D477EB65-9FFC-4983-9353-8848D0B57735}" destId="{DB9BBD01-8294-4E22-8C11-251E6D012564}" srcOrd="1" destOrd="0" presId="urn:microsoft.com/office/officeart/2005/8/layout/vList2"/>
    <dgm:cxn modelId="{6032109D-31C0-415A-BFC0-653B9F141879}" type="presParOf" srcId="{D477EB65-9FFC-4983-9353-8848D0B57735}" destId="{E199FD4C-0084-4526-B75A-39BBAE38C7C0}" srcOrd="2" destOrd="0" presId="urn:microsoft.com/office/officeart/2005/8/layout/vList2"/>
    <dgm:cxn modelId="{25DAE03D-E9F9-4633-8632-7765B0FCDFD1}" type="presParOf" srcId="{D477EB65-9FFC-4983-9353-8848D0B57735}" destId="{E27F7002-3A7A-4572-834E-3EA3412EEE16}" srcOrd="3" destOrd="0" presId="urn:microsoft.com/office/officeart/2005/8/layout/vList2"/>
    <dgm:cxn modelId="{9D088F9E-76EF-49B8-88CA-3406B3E2AF73}" type="presParOf" srcId="{D477EB65-9FFC-4983-9353-8848D0B57735}" destId="{C5069E98-0BFF-44BA-AD72-6CEC5CC8176A}" srcOrd="4" destOrd="0" presId="urn:microsoft.com/office/officeart/2005/8/layout/vList2"/>
    <dgm:cxn modelId="{BA1FAB58-A4B8-4707-BD7D-F161C866561D}" type="presParOf" srcId="{D477EB65-9FFC-4983-9353-8848D0B57735}" destId="{60D8BF15-4ADC-4DAA-96B0-B09404D8D753}" srcOrd="5" destOrd="0" presId="urn:microsoft.com/office/officeart/2005/8/layout/vList2"/>
    <dgm:cxn modelId="{D3C0701B-D079-4FDD-82F0-CC5E96A3EC7D}" type="presParOf" srcId="{D477EB65-9FFC-4983-9353-8848D0B57735}" destId="{34B522AC-2AAC-4052-8DDA-1C8663E36F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090139F-6977-4227-8579-FDFE1B148E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753D9D-FE35-4973-9603-1E4FE0C2BC4C}">
      <dgm:prSet/>
      <dgm:spPr/>
      <dgm:t>
        <a:bodyPr/>
        <a:lstStyle/>
        <a:p>
          <a:r>
            <a:rPr lang="en-US"/>
            <a:t>Culture changes take time and reinforcement</a:t>
          </a:r>
        </a:p>
      </dgm:t>
    </dgm:pt>
    <dgm:pt modelId="{2381A0FA-2059-43B7-B42B-527C0CA296DE}" type="parTrans" cxnId="{8221CE06-A4AF-442F-8C40-41359480CDF3}">
      <dgm:prSet/>
      <dgm:spPr/>
      <dgm:t>
        <a:bodyPr/>
        <a:lstStyle/>
        <a:p>
          <a:endParaRPr lang="en-US"/>
        </a:p>
      </dgm:t>
    </dgm:pt>
    <dgm:pt modelId="{36F0EA83-4831-486E-84FD-17DE8F293733}" type="sibTrans" cxnId="{8221CE06-A4AF-442F-8C40-41359480CDF3}">
      <dgm:prSet/>
      <dgm:spPr/>
      <dgm:t>
        <a:bodyPr/>
        <a:lstStyle/>
        <a:p>
          <a:endParaRPr lang="en-US"/>
        </a:p>
      </dgm:t>
    </dgm:pt>
    <dgm:pt modelId="{5B5493A2-8A12-4FA1-887A-B8352FE51B21}">
      <dgm:prSet/>
      <dgm:spPr/>
      <dgm:t>
        <a:bodyPr/>
        <a:lstStyle/>
        <a:p>
          <a:r>
            <a:rPr lang="en-US"/>
            <a:t>Habits and norms are hard to unlearn and change without constant reinforcement</a:t>
          </a:r>
        </a:p>
      </dgm:t>
    </dgm:pt>
    <dgm:pt modelId="{70B8F262-5B02-4B1C-90FB-2AC31317A8EE}" type="parTrans" cxnId="{F5B60148-8C2A-49FF-9492-28435F1E8A3D}">
      <dgm:prSet/>
      <dgm:spPr/>
      <dgm:t>
        <a:bodyPr/>
        <a:lstStyle/>
        <a:p>
          <a:endParaRPr lang="en-US"/>
        </a:p>
      </dgm:t>
    </dgm:pt>
    <dgm:pt modelId="{DB3F3900-349C-4A80-9B3A-2F7188354E6D}" type="sibTrans" cxnId="{F5B60148-8C2A-49FF-9492-28435F1E8A3D}">
      <dgm:prSet/>
      <dgm:spPr/>
      <dgm:t>
        <a:bodyPr/>
        <a:lstStyle/>
        <a:p>
          <a:endParaRPr lang="en-US"/>
        </a:p>
      </dgm:t>
    </dgm:pt>
    <dgm:pt modelId="{AF08CF80-FE49-4CC3-A15E-DC9F3927A694}">
      <dgm:prSet/>
      <dgm:spPr/>
      <dgm:t>
        <a:bodyPr/>
        <a:lstStyle/>
        <a:p>
          <a:r>
            <a:rPr lang="en-US"/>
            <a:t>DevOps tools and processes are changing faster than culture is changing</a:t>
          </a:r>
        </a:p>
      </dgm:t>
    </dgm:pt>
    <dgm:pt modelId="{2474D71F-8372-4907-9A63-AC9B8F589E9E}" type="parTrans" cxnId="{1EA7868E-9356-4D05-AC17-3DA692BA772F}">
      <dgm:prSet/>
      <dgm:spPr/>
      <dgm:t>
        <a:bodyPr/>
        <a:lstStyle/>
        <a:p>
          <a:endParaRPr lang="en-US"/>
        </a:p>
      </dgm:t>
    </dgm:pt>
    <dgm:pt modelId="{DC549636-4E66-4187-96BB-348A2F924002}" type="sibTrans" cxnId="{1EA7868E-9356-4D05-AC17-3DA692BA772F}">
      <dgm:prSet/>
      <dgm:spPr/>
      <dgm:t>
        <a:bodyPr/>
        <a:lstStyle/>
        <a:p>
          <a:endParaRPr lang="en-US"/>
        </a:p>
      </dgm:t>
    </dgm:pt>
    <dgm:pt modelId="{685B8AAB-E65B-44EB-92FB-7D86D95E4E96}">
      <dgm:prSet/>
      <dgm:spPr/>
      <dgm:t>
        <a:bodyPr/>
        <a:lstStyle/>
        <a:p>
          <a:r>
            <a:rPr lang="en-US"/>
            <a:t>Leadership support is a must</a:t>
          </a:r>
        </a:p>
      </dgm:t>
    </dgm:pt>
    <dgm:pt modelId="{370FC631-FFF1-4F03-9AC6-FD7FA65B9A02}" type="parTrans" cxnId="{7B61D590-1538-4CC0-8AD6-AD28E7A18259}">
      <dgm:prSet/>
      <dgm:spPr/>
      <dgm:t>
        <a:bodyPr/>
        <a:lstStyle/>
        <a:p>
          <a:endParaRPr lang="en-US"/>
        </a:p>
      </dgm:t>
    </dgm:pt>
    <dgm:pt modelId="{04B0B153-EE9A-42C8-B443-B3E1895E3307}" type="sibTrans" cxnId="{7B61D590-1538-4CC0-8AD6-AD28E7A18259}">
      <dgm:prSet/>
      <dgm:spPr/>
      <dgm:t>
        <a:bodyPr/>
        <a:lstStyle/>
        <a:p>
          <a:endParaRPr lang="en-US"/>
        </a:p>
      </dgm:t>
    </dgm:pt>
    <dgm:pt modelId="{361E092A-C333-4A9A-8535-84C185BFF3A8}">
      <dgm:prSet/>
      <dgm:spPr/>
      <dgm:t>
        <a:bodyPr/>
        <a:lstStyle/>
        <a:p>
          <a:r>
            <a:rPr lang="en-US"/>
            <a:t>Cultural change requires psychological safety</a:t>
          </a:r>
        </a:p>
      </dgm:t>
    </dgm:pt>
    <dgm:pt modelId="{AD2F451C-E064-4D32-8579-2A89F7A597A6}" type="parTrans" cxnId="{5D0B3B2D-A8EF-456C-AF42-ACBC8AF88E8A}">
      <dgm:prSet/>
      <dgm:spPr/>
      <dgm:t>
        <a:bodyPr/>
        <a:lstStyle/>
        <a:p>
          <a:endParaRPr lang="en-US"/>
        </a:p>
      </dgm:t>
    </dgm:pt>
    <dgm:pt modelId="{3D602512-193B-41BD-BBFE-D5DF04536433}" type="sibTrans" cxnId="{5D0B3B2D-A8EF-456C-AF42-ACBC8AF88E8A}">
      <dgm:prSet/>
      <dgm:spPr/>
      <dgm:t>
        <a:bodyPr/>
        <a:lstStyle/>
        <a:p>
          <a:endParaRPr lang="en-US"/>
        </a:p>
      </dgm:t>
    </dgm:pt>
    <dgm:pt modelId="{682AA6FB-4928-4208-B4D6-39F702EF4BEE}" type="pres">
      <dgm:prSet presAssocID="{5090139F-6977-4227-8579-FDFE1B148E98}" presName="linear" presStyleCnt="0">
        <dgm:presLayoutVars>
          <dgm:animLvl val="lvl"/>
          <dgm:resizeHandles val="exact"/>
        </dgm:presLayoutVars>
      </dgm:prSet>
      <dgm:spPr/>
    </dgm:pt>
    <dgm:pt modelId="{EF7CA983-EC43-4281-AE67-38CB045EB9E1}" type="pres">
      <dgm:prSet presAssocID="{19753D9D-FE35-4973-9603-1E4FE0C2BC4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5C1A0C0-529D-4E49-B87B-1662D89C91E1}" type="pres">
      <dgm:prSet presAssocID="{36F0EA83-4831-486E-84FD-17DE8F293733}" presName="spacer" presStyleCnt="0"/>
      <dgm:spPr/>
    </dgm:pt>
    <dgm:pt modelId="{6DC8C85C-1A8B-4DF1-8C7D-BC0E9DE41BAD}" type="pres">
      <dgm:prSet presAssocID="{5B5493A2-8A12-4FA1-887A-B8352FE51B2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744723B-3174-4391-8EFA-E779FC95B766}" type="pres">
      <dgm:prSet presAssocID="{DB3F3900-349C-4A80-9B3A-2F7188354E6D}" presName="spacer" presStyleCnt="0"/>
      <dgm:spPr/>
    </dgm:pt>
    <dgm:pt modelId="{32D40F74-E087-4F6E-A32D-8E3F85A19143}" type="pres">
      <dgm:prSet presAssocID="{AF08CF80-FE49-4CC3-A15E-DC9F3927A69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AA9E5CD-B37F-4D87-8C0C-7323B239C740}" type="pres">
      <dgm:prSet presAssocID="{DC549636-4E66-4187-96BB-348A2F924002}" presName="spacer" presStyleCnt="0"/>
      <dgm:spPr/>
    </dgm:pt>
    <dgm:pt modelId="{D2E6F424-CC0B-42BF-A5BA-85514C5489A3}" type="pres">
      <dgm:prSet presAssocID="{685B8AAB-E65B-44EB-92FB-7D86D95E4E9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3541D6B-2BBE-47A9-B2A9-7AE696D43B10}" type="pres">
      <dgm:prSet presAssocID="{04B0B153-EE9A-42C8-B443-B3E1895E3307}" presName="spacer" presStyleCnt="0"/>
      <dgm:spPr/>
    </dgm:pt>
    <dgm:pt modelId="{AD9EAC54-1E7B-43B9-BC64-3EF1AAA7E556}" type="pres">
      <dgm:prSet presAssocID="{361E092A-C333-4A9A-8535-84C185BFF3A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221CE06-A4AF-442F-8C40-41359480CDF3}" srcId="{5090139F-6977-4227-8579-FDFE1B148E98}" destId="{19753D9D-FE35-4973-9603-1E4FE0C2BC4C}" srcOrd="0" destOrd="0" parTransId="{2381A0FA-2059-43B7-B42B-527C0CA296DE}" sibTransId="{36F0EA83-4831-486E-84FD-17DE8F293733}"/>
    <dgm:cxn modelId="{E576DC1A-C605-41D9-A4F8-FD58EE5F3BE2}" type="presOf" srcId="{5B5493A2-8A12-4FA1-887A-B8352FE51B21}" destId="{6DC8C85C-1A8B-4DF1-8C7D-BC0E9DE41BAD}" srcOrd="0" destOrd="0" presId="urn:microsoft.com/office/officeart/2005/8/layout/vList2"/>
    <dgm:cxn modelId="{D669241D-49D9-450E-8C79-098EA5D3EE73}" type="presOf" srcId="{AF08CF80-FE49-4CC3-A15E-DC9F3927A694}" destId="{32D40F74-E087-4F6E-A32D-8E3F85A19143}" srcOrd="0" destOrd="0" presId="urn:microsoft.com/office/officeart/2005/8/layout/vList2"/>
    <dgm:cxn modelId="{5D0B3B2D-A8EF-456C-AF42-ACBC8AF88E8A}" srcId="{5090139F-6977-4227-8579-FDFE1B148E98}" destId="{361E092A-C333-4A9A-8535-84C185BFF3A8}" srcOrd="4" destOrd="0" parTransId="{AD2F451C-E064-4D32-8579-2A89F7A597A6}" sibTransId="{3D602512-193B-41BD-BBFE-D5DF04536433}"/>
    <dgm:cxn modelId="{A625F166-D21C-420B-B799-C0F15496A874}" type="presOf" srcId="{19753D9D-FE35-4973-9603-1E4FE0C2BC4C}" destId="{EF7CA983-EC43-4281-AE67-38CB045EB9E1}" srcOrd="0" destOrd="0" presId="urn:microsoft.com/office/officeart/2005/8/layout/vList2"/>
    <dgm:cxn modelId="{F5B60148-8C2A-49FF-9492-28435F1E8A3D}" srcId="{5090139F-6977-4227-8579-FDFE1B148E98}" destId="{5B5493A2-8A12-4FA1-887A-B8352FE51B21}" srcOrd="1" destOrd="0" parTransId="{70B8F262-5B02-4B1C-90FB-2AC31317A8EE}" sibTransId="{DB3F3900-349C-4A80-9B3A-2F7188354E6D}"/>
    <dgm:cxn modelId="{88C4CA54-1017-4BD0-823A-E4F1F36615AB}" type="presOf" srcId="{685B8AAB-E65B-44EB-92FB-7D86D95E4E96}" destId="{D2E6F424-CC0B-42BF-A5BA-85514C5489A3}" srcOrd="0" destOrd="0" presId="urn:microsoft.com/office/officeart/2005/8/layout/vList2"/>
    <dgm:cxn modelId="{CC14DB88-094A-4662-8337-2910A354AA0D}" type="presOf" srcId="{5090139F-6977-4227-8579-FDFE1B148E98}" destId="{682AA6FB-4928-4208-B4D6-39F702EF4BEE}" srcOrd="0" destOrd="0" presId="urn:microsoft.com/office/officeart/2005/8/layout/vList2"/>
    <dgm:cxn modelId="{1EA7868E-9356-4D05-AC17-3DA692BA772F}" srcId="{5090139F-6977-4227-8579-FDFE1B148E98}" destId="{AF08CF80-FE49-4CC3-A15E-DC9F3927A694}" srcOrd="2" destOrd="0" parTransId="{2474D71F-8372-4907-9A63-AC9B8F589E9E}" sibTransId="{DC549636-4E66-4187-96BB-348A2F924002}"/>
    <dgm:cxn modelId="{7B61D590-1538-4CC0-8AD6-AD28E7A18259}" srcId="{5090139F-6977-4227-8579-FDFE1B148E98}" destId="{685B8AAB-E65B-44EB-92FB-7D86D95E4E96}" srcOrd="3" destOrd="0" parTransId="{370FC631-FFF1-4F03-9AC6-FD7FA65B9A02}" sibTransId="{04B0B153-EE9A-42C8-B443-B3E1895E3307}"/>
    <dgm:cxn modelId="{1B728BBC-CA55-4648-9975-15EC9C1902C9}" type="presOf" srcId="{361E092A-C333-4A9A-8535-84C185BFF3A8}" destId="{AD9EAC54-1E7B-43B9-BC64-3EF1AAA7E556}" srcOrd="0" destOrd="0" presId="urn:microsoft.com/office/officeart/2005/8/layout/vList2"/>
    <dgm:cxn modelId="{0791A26E-BACF-4354-A99E-EDA49F82F0F8}" type="presParOf" srcId="{682AA6FB-4928-4208-B4D6-39F702EF4BEE}" destId="{EF7CA983-EC43-4281-AE67-38CB045EB9E1}" srcOrd="0" destOrd="0" presId="urn:microsoft.com/office/officeart/2005/8/layout/vList2"/>
    <dgm:cxn modelId="{92895DAC-4F22-46A9-8757-CA913DBF1F01}" type="presParOf" srcId="{682AA6FB-4928-4208-B4D6-39F702EF4BEE}" destId="{C5C1A0C0-529D-4E49-B87B-1662D89C91E1}" srcOrd="1" destOrd="0" presId="urn:microsoft.com/office/officeart/2005/8/layout/vList2"/>
    <dgm:cxn modelId="{792B7129-FA65-46BF-8778-FAA447A7B1C1}" type="presParOf" srcId="{682AA6FB-4928-4208-B4D6-39F702EF4BEE}" destId="{6DC8C85C-1A8B-4DF1-8C7D-BC0E9DE41BAD}" srcOrd="2" destOrd="0" presId="urn:microsoft.com/office/officeart/2005/8/layout/vList2"/>
    <dgm:cxn modelId="{FD809632-D885-47C1-88C0-24D19B8C95B1}" type="presParOf" srcId="{682AA6FB-4928-4208-B4D6-39F702EF4BEE}" destId="{D744723B-3174-4391-8EFA-E779FC95B766}" srcOrd="3" destOrd="0" presId="urn:microsoft.com/office/officeart/2005/8/layout/vList2"/>
    <dgm:cxn modelId="{6926F64D-FAD3-45EA-B4B7-AFCA0C337B3C}" type="presParOf" srcId="{682AA6FB-4928-4208-B4D6-39F702EF4BEE}" destId="{32D40F74-E087-4F6E-A32D-8E3F85A19143}" srcOrd="4" destOrd="0" presId="urn:microsoft.com/office/officeart/2005/8/layout/vList2"/>
    <dgm:cxn modelId="{33DCCCB2-845C-465F-A925-A305C2ED3B9F}" type="presParOf" srcId="{682AA6FB-4928-4208-B4D6-39F702EF4BEE}" destId="{5AA9E5CD-B37F-4D87-8C0C-7323B239C740}" srcOrd="5" destOrd="0" presId="urn:microsoft.com/office/officeart/2005/8/layout/vList2"/>
    <dgm:cxn modelId="{71EBEF6C-FD97-452A-AAA0-D5C531A0D3BB}" type="presParOf" srcId="{682AA6FB-4928-4208-B4D6-39F702EF4BEE}" destId="{D2E6F424-CC0B-42BF-A5BA-85514C5489A3}" srcOrd="6" destOrd="0" presId="urn:microsoft.com/office/officeart/2005/8/layout/vList2"/>
    <dgm:cxn modelId="{7576ADA9-2C3D-4FFD-8277-CAAFAC38331D}" type="presParOf" srcId="{682AA6FB-4928-4208-B4D6-39F702EF4BEE}" destId="{83541D6B-2BBE-47A9-B2A9-7AE696D43B10}" srcOrd="7" destOrd="0" presId="urn:microsoft.com/office/officeart/2005/8/layout/vList2"/>
    <dgm:cxn modelId="{19BF0880-31EA-4B7C-A4FD-019962F98918}" type="presParOf" srcId="{682AA6FB-4928-4208-B4D6-39F702EF4BEE}" destId="{AD9EAC54-1E7B-43B9-BC64-3EF1AAA7E55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7A9F70-98C2-4721-BA54-63A32B1ADA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E43724-AD42-4FBE-B438-F927547815B0}">
      <dgm:prSet/>
      <dgm:spPr/>
      <dgm:t>
        <a:bodyPr/>
        <a:lstStyle/>
        <a:p>
          <a:r>
            <a:rPr lang="en-US"/>
            <a:t>Blameless retrospectives</a:t>
          </a:r>
        </a:p>
      </dgm:t>
    </dgm:pt>
    <dgm:pt modelId="{229E7853-8EC9-4E30-96C3-4DE45BA9DCA7}" type="parTrans" cxnId="{59BC623B-D804-4AB3-9211-1ABB32FCE2DB}">
      <dgm:prSet/>
      <dgm:spPr/>
      <dgm:t>
        <a:bodyPr/>
        <a:lstStyle/>
        <a:p>
          <a:endParaRPr lang="en-US"/>
        </a:p>
      </dgm:t>
    </dgm:pt>
    <dgm:pt modelId="{B4CE7476-4296-4D37-B46C-14425B00410C}" type="sibTrans" cxnId="{59BC623B-D804-4AB3-9211-1ABB32FCE2DB}">
      <dgm:prSet/>
      <dgm:spPr/>
      <dgm:t>
        <a:bodyPr/>
        <a:lstStyle/>
        <a:p>
          <a:endParaRPr lang="en-US"/>
        </a:p>
      </dgm:t>
    </dgm:pt>
    <dgm:pt modelId="{2BE13B50-3737-4F24-A18A-5A2D6F66E916}">
      <dgm:prSet/>
      <dgm:spPr/>
      <dgm:t>
        <a:bodyPr/>
        <a:lstStyle/>
        <a:p>
          <a:r>
            <a:rPr lang="en-US"/>
            <a:t>Build psychological safety</a:t>
          </a:r>
        </a:p>
      </dgm:t>
    </dgm:pt>
    <dgm:pt modelId="{33259A86-4E2A-48A1-A0B1-3E3A1E859F11}" type="parTrans" cxnId="{E663F8FF-44D9-472E-B2C9-A07F6A66B1FC}">
      <dgm:prSet/>
      <dgm:spPr/>
      <dgm:t>
        <a:bodyPr/>
        <a:lstStyle/>
        <a:p>
          <a:endParaRPr lang="en-US"/>
        </a:p>
      </dgm:t>
    </dgm:pt>
    <dgm:pt modelId="{B7C889F1-9D5E-4D9C-BFFE-5521A52B5B25}" type="sibTrans" cxnId="{E663F8FF-44D9-472E-B2C9-A07F6A66B1FC}">
      <dgm:prSet/>
      <dgm:spPr/>
      <dgm:t>
        <a:bodyPr/>
        <a:lstStyle/>
        <a:p>
          <a:endParaRPr lang="en-US"/>
        </a:p>
      </dgm:t>
    </dgm:pt>
    <dgm:pt modelId="{F167F666-0CE3-4F38-8E83-7EEA38499F4D}">
      <dgm:prSet/>
      <dgm:spPr/>
      <dgm:t>
        <a:bodyPr/>
        <a:lstStyle/>
        <a:p>
          <a:r>
            <a:rPr lang="en-US"/>
            <a:t>Use Automation and Testing to reduce human error</a:t>
          </a:r>
        </a:p>
      </dgm:t>
    </dgm:pt>
    <dgm:pt modelId="{1CFCC105-E73F-4691-ADF1-801566494BCB}" type="parTrans" cxnId="{DA53478E-F23F-47CA-BE05-C7238DD50572}">
      <dgm:prSet/>
      <dgm:spPr/>
      <dgm:t>
        <a:bodyPr/>
        <a:lstStyle/>
        <a:p>
          <a:endParaRPr lang="en-US"/>
        </a:p>
      </dgm:t>
    </dgm:pt>
    <dgm:pt modelId="{56F92A5B-3E22-4621-8889-F6D49DC53CEE}" type="sibTrans" cxnId="{DA53478E-F23F-47CA-BE05-C7238DD50572}">
      <dgm:prSet/>
      <dgm:spPr/>
      <dgm:t>
        <a:bodyPr/>
        <a:lstStyle/>
        <a:p>
          <a:endParaRPr lang="en-US"/>
        </a:p>
      </dgm:t>
    </dgm:pt>
    <dgm:pt modelId="{A9A26BB6-6AB4-40D4-9851-627A3D02C447}">
      <dgm:prSet/>
      <dgm:spPr/>
      <dgm:t>
        <a:bodyPr/>
        <a:lstStyle/>
        <a:p>
          <a:r>
            <a:rPr lang="en-US"/>
            <a:t>Involve leaders in day to day processes</a:t>
          </a:r>
        </a:p>
      </dgm:t>
    </dgm:pt>
    <dgm:pt modelId="{5E2EB646-DBED-42C5-AE30-0B7F161C3DDC}" type="parTrans" cxnId="{C066F252-99BC-4DA1-8723-3AF765C7C23C}">
      <dgm:prSet/>
      <dgm:spPr/>
      <dgm:t>
        <a:bodyPr/>
        <a:lstStyle/>
        <a:p>
          <a:endParaRPr lang="en-US"/>
        </a:p>
      </dgm:t>
    </dgm:pt>
    <dgm:pt modelId="{F0722728-EF7C-4440-B284-D2975118C286}" type="sibTrans" cxnId="{C066F252-99BC-4DA1-8723-3AF765C7C23C}">
      <dgm:prSet/>
      <dgm:spPr/>
      <dgm:t>
        <a:bodyPr/>
        <a:lstStyle/>
        <a:p>
          <a:endParaRPr lang="en-US"/>
        </a:p>
      </dgm:t>
    </dgm:pt>
    <dgm:pt modelId="{2ACB52D5-B1CF-44FD-A5BB-F0AEB32D2774}">
      <dgm:prSet/>
      <dgm:spPr/>
      <dgm:t>
        <a:bodyPr/>
        <a:lstStyle/>
        <a:p>
          <a:r>
            <a:rPr lang="en-US"/>
            <a:t>Reinforce learning and continuous improvement</a:t>
          </a:r>
        </a:p>
      </dgm:t>
    </dgm:pt>
    <dgm:pt modelId="{19FEABDE-2678-4181-9B24-56FE56467A9F}" type="parTrans" cxnId="{2C67F3A9-47D4-4B2F-A010-BE5376DFB429}">
      <dgm:prSet/>
      <dgm:spPr/>
      <dgm:t>
        <a:bodyPr/>
        <a:lstStyle/>
        <a:p>
          <a:endParaRPr lang="en-US"/>
        </a:p>
      </dgm:t>
    </dgm:pt>
    <dgm:pt modelId="{0FEBC881-A5B5-4358-A7E9-B1220CD2E279}" type="sibTrans" cxnId="{2C67F3A9-47D4-4B2F-A010-BE5376DFB429}">
      <dgm:prSet/>
      <dgm:spPr/>
      <dgm:t>
        <a:bodyPr/>
        <a:lstStyle/>
        <a:p>
          <a:endParaRPr lang="en-US"/>
        </a:p>
      </dgm:t>
    </dgm:pt>
    <dgm:pt modelId="{580274AC-24DD-4687-A6D3-563B58D44C45}" type="pres">
      <dgm:prSet presAssocID="{547A9F70-98C2-4721-BA54-63A32B1ADA88}" presName="root" presStyleCnt="0">
        <dgm:presLayoutVars>
          <dgm:dir/>
          <dgm:resizeHandles val="exact"/>
        </dgm:presLayoutVars>
      </dgm:prSet>
      <dgm:spPr/>
    </dgm:pt>
    <dgm:pt modelId="{3EEC247B-1B2A-44C8-99AD-3215FBA25377}" type="pres">
      <dgm:prSet presAssocID="{4DE43724-AD42-4FBE-B438-F927547815B0}" presName="compNode" presStyleCnt="0"/>
      <dgm:spPr/>
    </dgm:pt>
    <dgm:pt modelId="{EA8EB730-7EFD-4F57-8C24-EB4EC70A5929}" type="pres">
      <dgm:prSet presAssocID="{4DE43724-AD42-4FBE-B438-F927547815B0}" presName="bgRect" presStyleLbl="bgShp" presStyleIdx="0" presStyleCnt="5"/>
      <dgm:spPr/>
    </dgm:pt>
    <dgm:pt modelId="{DC54CD26-D7DB-489F-8794-6F56ED03B3FC}" type="pres">
      <dgm:prSet presAssocID="{4DE43724-AD42-4FBE-B438-F927547815B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24F42C6-D18F-4AE7-AE20-DAB3EFAE9635}" type="pres">
      <dgm:prSet presAssocID="{4DE43724-AD42-4FBE-B438-F927547815B0}" presName="spaceRect" presStyleCnt="0"/>
      <dgm:spPr/>
    </dgm:pt>
    <dgm:pt modelId="{AE84462E-C9BA-4925-9EF2-3095AC6DCA2C}" type="pres">
      <dgm:prSet presAssocID="{4DE43724-AD42-4FBE-B438-F927547815B0}" presName="parTx" presStyleLbl="revTx" presStyleIdx="0" presStyleCnt="5">
        <dgm:presLayoutVars>
          <dgm:chMax val="0"/>
          <dgm:chPref val="0"/>
        </dgm:presLayoutVars>
      </dgm:prSet>
      <dgm:spPr/>
    </dgm:pt>
    <dgm:pt modelId="{EC89D7DE-8B03-4A27-89BE-1871FEAAC63F}" type="pres">
      <dgm:prSet presAssocID="{B4CE7476-4296-4D37-B46C-14425B00410C}" presName="sibTrans" presStyleCnt="0"/>
      <dgm:spPr/>
    </dgm:pt>
    <dgm:pt modelId="{0A3897D8-CD04-458D-BB8F-5057C7DDA122}" type="pres">
      <dgm:prSet presAssocID="{2BE13B50-3737-4F24-A18A-5A2D6F66E916}" presName="compNode" presStyleCnt="0"/>
      <dgm:spPr/>
    </dgm:pt>
    <dgm:pt modelId="{973A917C-862B-46BD-9094-529C6E19895B}" type="pres">
      <dgm:prSet presAssocID="{2BE13B50-3737-4F24-A18A-5A2D6F66E916}" presName="bgRect" presStyleLbl="bgShp" presStyleIdx="1" presStyleCnt="5"/>
      <dgm:spPr/>
    </dgm:pt>
    <dgm:pt modelId="{3933517C-330F-4973-B70E-411EF5383ED0}" type="pres">
      <dgm:prSet presAssocID="{2BE13B50-3737-4F24-A18A-5A2D6F66E91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D9D2032-A7D5-4034-A84E-5F69FDE53D7E}" type="pres">
      <dgm:prSet presAssocID="{2BE13B50-3737-4F24-A18A-5A2D6F66E916}" presName="spaceRect" presStyleCnt="0"/>
      <dgm:spPr/>
    </dgm:pt>
    <dgm:pt modelId="{E9A459A9-6AFB-4C1B-A174-4082496FE629}" type="pres">
      <dgm:prSet presAssocID="{2BE13B50-3737-4F24-A18A-5A2D6F66E916}" presName="parTx" presStyleLbl="revTx" presStyleIdx="1" presStyleCnt="5">
        <dgm:presLayoutVars>
          <dgm:chMax val="0"/>
          <dgm:chPref val="0"/>
        </dgm:presLayoutVars>
      </dgm:prSet>
      <dgm:spPr/>
    </dgm:pt>
    <dgm:pt modelId="{46AF7868-87C7-42BC-92CB-2316D84D2BDF}" type="pres">
      <dgm:prSet presAssocID="{B7C889F1-9D5E-4D9C-BFFE-5521A52B5B25}" presName="sibTrans" presStyleCnt="0"/>
      <dgm:spPr/>
    </dgm:pt>
    <dgm:pt modelId="{062DCE9E-9442-4F2A-87D5-749A945CE9AA}" type="pres">
      <dgm:prSet presAssocID="{F167F666-0CE3-4F38-8E83-7EEA38499F4D}" presName="compNode" presStyleCnt="0"/>
      <dgm:spPr/>
    </dgm:pt>
    <dgm:pt modelId="{013F5EC4-4AFA-4B86-8C66-F07E32D078B8}" type="pres">
      <dgm:prSet presAssocID="{F167F666-0CE3-4F38-8E83-7EEA38499F4D}" presName="bgRect" presStyleLbl="bgShp" presStyleIdx="2" presStyleCnt="5"/>
      <dgm:spPr/>
    </dgm:pt>
    <dgm:pt modelId="{7F82CE35-B374-4AE8-921E-EF68A8B15A5C}" type="pres">
      <dgm:prSet presAssocID="{F167F666-0CE3-4F38-8E83-7EEA38499F4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6D6FC3B-6C6A-40C0-A9DC-F3D5E58E0D95}" type="pres">
      <dgm:prSet presAssocID="{F167F666-0CE3-4F38-8E83-7EEA38499F4D}" presName="spaceRect" presStyleCnt="0"/>
      <dgm:spPr/>
    </dgm:pt>
    <dgm:pt modelId="{98616445-3EF8-4B6C-864A-B0E9914683E2}" type="pres">
      <dgm:prSet presAssocID="{F167F666-0CE3-4F38-8E83-7EEA38499F4D}" presName="parTx" presStyleLbl="revTx" presStyleIdx="2" presStyleCnt="5">
        <dgm:presLayoutVars>
          <dgm:chMax val="0"/>
          <dgm:chPref val="0"/>
        </dgm:presLayoutVars>
      </dgm:prSet>
      <dgm:spPr/>
    </dgm:pt>
    <dgm:pt modelId="{64F557CD-31EA-4FEF-B366-EF5AA9A59BE5}" type="pres">
      <dgm:prSet presAssocID="{56F92A5B-3E22-4621-8889-F6D49DC53CEE}" presName="sibTrans" presStyleCnt="0"/>
      <dgm:spPr/>
    </dgm:pt>
    <dgm:pt modelId="{6F1D0EF1-E4E5-477A-B996-02F13A32706A}" type="pres">
      <dgm:prSet presAssocID="{A9A26BB6-6AB4-40D4-9851-627A3D02C447}" presName="compNode" presStyleCnt="0"/>
      <dgm:spPr/>
    </dgm:pt>
    <dgm:pt modelId="{061BF47F-233A-4ADB-A557-6F22D0FCDCE3}" type="pres">
      <dgm:prSet presAssocID="{A9A26BB6-6AB4-40D4-9851-627A3D02C447}" presName="bgRect" presStyleLbl="bgShp" presStyleIdx="3" presStyleCnt="5"/>
      <dgm:spPr/>
    </dgm:pt>
    <dgm:pt modelId="{B009E366-B840-49A2-B54B-6D4A3E500D0D}" type="pres">
      <dgm:prSet presAssocID="{A9A26BB6-6AB4-40D4-9851-627A3D02C44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E5CF8B34-6BFB-4575-9CED-C02224ACF8EB}" type="pres">
      <dgm:prSet presAssocID="{A9A26BB6-6AB4-40D4-9851-627A3D02C447}" presName="spaceRect" presStyleCnt="0"/>
      <dgm:spPr/>
    </dgm:pt>
    <dgm:pt modelId="{F18E6487-DFDF-4A83-89DB-FFB87CC58B52}" type="pres">
      <dgm:prSet presAssocID="{A9A26BB6-6AB4-40D4-9851-627A3D02C447}" presName="parTx" presStyleLbl="revTx" presStyleIdx="3" presStyleCnt="5">
        <dgm:presLayoutVars>
          <dgm:chMax val="0"/>
          <dgm:chPref val="0"/>
        </dgm:presLayoutVars>
      </dgm:prSet>
      <dgm:spPr/>
    </dgm:pt>
    <dgm:pt modelId="{B141D415-7810-4A3E-921C-3E682EA1A937}" type="pres">
      <dgm:prSet presAssocID="{F0722728-EF7C-4440-B284-D2975118C286}" presName="sibTrans" presStyleCnt="0"/>
      <dgm:spPr/>
    </dgm:pt>
    <dgm:pt modelId="{7EF384AC-E494-461D-ACE1-E817F8D81BBE}" type="pres">
      <dgm:prSet presAssocID="{2ACB52D5-B1CF-44FD-A5BB-F0AEB32D2774}" presName="compNode" presStyleCnt="0"/>
      <dgm:spPr/>
    </dgm:pt>
    <dgm:pt modelId="{F28FC6AE-9D52-469B-BA55-A0C73F3230A6}" type="pres">
      <dgm:prSet presAssocID="{2ACB52D5-B1CF-44FD-A5BB-F0AEB32D2774}" presName="bgRect" presStyleLbl="bgShp" presStyleIdx="4" presStyleCnt="5"/>
      <dgm:spPr/>
    </dgm:pt>
    <dgm:pt modelId="{1FD0245E-9EC8-426C-8ECA-2C13DA6A18E1}" type="pres">
      <dgm:prSet presAssocID="{2ACB52D5-B1CF-44FD-A5BB-F0AEB32D277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4BD23F03-FE75-4297-A4C5-292A3D84442D}" type="pres">
      <dgm:prSet presAssocID="{2ACB52D5-B1CF-44FD-A5BB-F0AEB32D2774}" presName="spaceRect" presStyleCnt="0"/>
      <dgm:spPr/>
    </dgm:pt>
    <dgm:pt modelId="{6EE0C68E-9C2F-4F40-BF8B-E5980853598E}" type="pres">
      <dgm:prSet presAssocID="{2ACB52D5-B1CF-44FD-A5BB-F0AEB32D277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ACCED12-A7D5-4343-B853-1B3A0A947F65}" type="presOf" srcId="{A9A26BB6-6AB4-40D4-9851-627A3D02C447}" destId="{F18E6487-DFDF-4A83-89DB-FFB87CC58B52}" srcOrd="0" destOrd="0" presId="urn:microsoft.com/office/officeart/2018/2/layout/IconVerticalSolidList"/>
    <dgm:cxn modelId="{59BC623B-D804-4AB3-9211-1ABB32FCE2DB}" srcId="{547A9F70-98C2-4721-BA54-63A32B1ADA88}" destId="{4DE43724-AD42-4FBE-B438-F927547815B0}" srcOrd="0" destOrd="0" parTransId="{229E7853-8EC9-4E30-96C3-4DE45BA9DCA7}" sibTransId="{B4CE7476-4296-4D37-B46C-14425B00410C}"/>
    <dgm:cxn modelId="{A6930246-935E-46C2-B155-99FA44C51D54}" type="presOf" srcId="{547A9F70-98C2-4721-BA54-63A32B1ADA88}" destId="{580274AC-24DD-4687-A6D3-563B58D44C45}" srcOrd="0" destOrd="0" presId="urn:microsoft.com/office/officeart/2018/2/layout/IconVerticalSolidList"/>
    <dgm:cxn modelId="{C066F252-99BC-4DA1-8723-3AF765C7C23C}" srcId="{547A9F70-98C2-4721-BA54-63A32B1ADA88}" destId="{A9A26BB6-6AB4-40D4-9851-627A3D02C447}" srcOrd="3" destOrd="0" parTransId="{5E2EB646-DBED-42C5-AE30-0B7F161C3DDC}" sibTransId="{F0722728-EF7C-4440-B284-D2975118C286}"/>
    <dgm:cxn modelId="{DA53478E-F23F-47CA-BE05-C7238DD50572}" srcId="{547A9F70-98C2-4721-BA54-63A32B1ADA88}" destId="{F167F666-0CE3-4F38-8E83-7EEA38499F4D}" srcOrd="2" destOrd="0" parTransId="{1CFCC105-E73F-4691-ADF1-801566494BCB}" sibTransId="{56F92A5B-3E22-4621-8889-F6D49DC53CEE}"/>
    <dgm:cxn modelId="{264673A2-6643-4D29-BBE3-FF5A1E12D3C5}" type="presOf" srcId="{2BE13B50-3737-4F24-A18A-5A2D6F66E916}" destId="{E9A459A9-6AFB-4C1B-A174-4082496FE629}" srcOrd="0" destOrd="0" presId="urn:microsoft.com/office/officeart/2018/2/layout/IconVerticalSolidList"/>
    <dgm:cxn modelId="{2C67F3A9-47D4-4B2F-A010-BE5376DFB429}" srcId="{547A9F70-98C2-4721-BA54-63A32B1ADA88}" destId="{2ACB52D5-B1CF-44FD-A5BB-F0AEB32D2774}" srcOrd="4" destOrd="0" parTransId="{19FEABDE-2678-4181-9B24-56FE56467A9F}" sibTransId="{0FEBC881-A5B5-4358-A7E9-B1220CD2E279}"/>
    <dgm:cxn modelId="{BFF5E8D1-9254-4E7F-89F7-EF0C0D76F408}" type="presOf" srcId="{4DE43724-AD42-4FBE-B438-F927547815B0}" destId="{AE84462E-C9BA-4925-9EF2-3095AC6DCA2C}" srcOrd="0" destOrd="0" presId="urn:microsoft.com/office/officeart/2018/2/layout/IconVerticalSolidList"/>
    <dgm:cxn modelId="{C08B10EF-75E9-41BF-8F18-DB2CEF17ED33}" type="presOf" srcId="{F167F666-0CE3-4F38-8E83-7EEA38499F4D}" destId="{98616445-3EF8-4B6C-864A-B0E9914683E2}" srcOrd="0" destOrd="0" presId="urn:microsoft.com/office/officeart/2018/2/layout/IconVerticalSolidList"/>
    <dgm:cxn modelId="{0B1EF9F0-B8C8-44E8-BFE7-0BB7E9D40BF7}" type="presOf" srcId="{2ACB52D5-B1CF-44FD-A5BB-F0AEB32D2774}" destId="{6EE0C68E-9C2F-4F40-BF8B-E5980853598E}" srcOrd="0" destOrd="0" presId="urn:microsoft.com/office/officeart/2018/2/layout/IconVerticalSolidList"/>
    <dgm:cxn modelId="{E663F8FF-44D9-472E-B2C9-A07F6A66B1FC}" srcId="{547A9F70-98C2-4721-BA54-63A32B1ADA88}" destId="{2BE13B50-3737-4F24-A18A-5A2D6F66E916}" srcOrd="1" destOrd="0" parTransId="{33259A86-4E2A-48A1-A0B1-3E3A1E859F11}" sibTransId="{B7C889F1-9D5E-4D9C-BFFE-5521A52B5B25}"/>
    <dgm:cxn modelId="{058842EA-2DF1-42B7-A399-152BD7B2CFCA}" type="presParOf" srcId="{580274AC-24DD-4687-A6D3-563B58D44C45}" destId="{3EEC247B-1B2A-44C8-99AD-3215FBA25377}" srcOrd="0" destOrd="0" presId="urn:microsoft.com/office/officeart/2018/2/layout/IconVerticalSolidList"/>
    <dgm:cxn modelId="{11334BE1-09DD-448F-9EF2-7347BBA958B9}" type="presParOf" srcId="{3EEC247B-1B2A-44C8-99AD-3215FBA25377}" destId="{EA8EB730-7EFD-4F57-8C24-EB4EC70A5929}" srcOrd="0" destOrd="0" presId="urn:microsoft.com/office/officeart/2018/2/layout/IconVerticalSolidList"/>
    <dgm:cxn modelId="{2A0AD121-382C-4714-9652-3E5BA84CBFD3}" type="presParOf" srcId="{3EEC247B-1B2A-44C8-99AD-3215FBA25377}" destId="{DC54CD26-D7DB-489F-8794-6F56ED03B3FC}" srcOrd="1" destOrd="0" presId="urn:microsoft.com/office/officeart/2018/2/layout/IconVerticalSolidList"/>
    <dgm:cxn modelId="{9B1A37DF-6F97-4D6B-B3FB-EB72168CD090}" type="presParOf" srcId="{3EEC247B-1B2A-44C8-99AD-3215FBA25377}" destId="{E24F42C6-D18F-4AE7-AE20-DAB3EFAE9635}" srcOrd="2" destOrd="0" presId="urn:microsoft.com/office/officeart/2018/2/layout/IconVerticalSolidList"/>
    <dgm:cxn modelId="{69C22843-9414-4849-BC20-30F3E52C5932}" type="presParOf" srcId="{3EEC247B-1B2A-44C8-99AD-3215FBA25377}" destId="{AE84462E-C9BA-4925-9EF2-3095AC6DCA2C}" srcOrd="3" destOrd="0" presId="urn:microsoft.com/office/officeart/2018/2/layout/IconVerticalSolidList"/>
    <dgm:cxn modelId="{26371BFC-0FED-4168-91E0-C3F9C709A5FC}" type="presParOf" srcId="{580274AC-24DD-4687-A6D3-563B58D44C45}" destId="{EC89D7DE-8B03-4A27-89BE-1871FEAAC63F}" srcOrd="1" destOrd="0" presId="urn:microsoft.com/office/officeart/2018/2/layout/IconVerticalSolidList"/>
    <dgm:cxn modelId="{2D894FB6-05CF-49E1-9119-1C8016CF5544}" type="presParOf" srcId="{580274AC-24DD-4687-A6D3-563B58D44C45}" destId="{0A3897D8-CD04-458D-BB8F-5057C7DDA122}" srcOrd="2" destOrd="0" presId="urn:microsoft.com/office/officeart/2018/2/layout/IconVerticalSolidList"/>
    <dgm:cxn modelId="{F079887B-1908-488B-9D4C-5E36185EC256}" type="presParOf" srcId="{0A3897D8-CD04-458D-BB8F-5057C7DDA122}" destId="{973A917C-862B-46BD-9094-529C6E19895B}" srcOrd="0" destOrd="0" presId="urn:microsoft.com/office/officeart/2018/2/layout/IconVerticalSolidList"/>
    <dgm:cxn modelId="{90C9175B-1BBF-4232-979A-74942FEF72C8}" type="presParOf" srcId="{0A3897D8-CD04-458D-BB8F-5057C7DDA122}" destId="{3933517C-330F-4973-B70E-411EF5383ED0}" srcOrd="1" destOrd="0" presId="urn:microsoft.com/office/officeart/2018/2/layout/IconVerticalSolidList"/>
    <dgm:cxn modelId="{6929006F-090A-439F-9E88-3D2A18CACB12}" type="presParOf" srcId="{0A3897D8-CD04-458D-BB8F-5057C7DDA122}" destId="{0D9D2032-A7D5-4034-A84E-5F69FDE53D7E}" srcOrd="2" destOrd="0" presId="urn:microsoft.com/office/officeart/2018/2/layout/IconVerticalSolidList"/>
    <dgm:cxn modelId="{42AAFAF3-C771-4696-94C1-0DC042CEB693}" type="presParOf" srcId="{0A3897D8-CD04-458D-BB8F-5057C7DDA122}" destId="{E9A459A9-6AFB-4C1B-A174-4082496FE629}" srcOrd="3" destOrd="0" presId="urn:microsoft.com/office/officeart/2018/2/layout/IconVerticalSolidList"/>
    <dgm:cxn modelId="{F0FD6210-3EE2-4B84-BF28-F28710B7E65F}" type="presParOf" srcId="{580274AC-24DD-4687-A6D3-563B58D44C45}" destId="{46AF7868-87C7-42BC-92CB-2316D84D2BDF}" srcOrd="3" destOrd="0" presId="urn:microsoft.com/office/officeart/2018/2/layout/IconVerticalSolidList"/>
    <dgm:cxn modelId="{C75EE3D5-266D-4B64-847F-D293BA887EC1}" type="presParOf" srcId="{580274AC-24DD-4687-A6D3-563B58D44C45}" destId="{062DCE9E-9442-4F2A-87D5-749A945CE9AA}" srcOrd="4" destOrd="0" presId="urn:microsoft.com/office/officeart/2018/2/layout/IconVerticalSolidList"/>
    <dgm:cxn modelId="{F576E2E9-6171-40F3-B291-3428F8744DF3}" type="presParOf" srcId="{062DCE9E-9442-4F2A-87D5-749A945CE9AA}" destId="{013F5EC4-4AFA-4B86-8C66-F07E32D078B8}" srcOrd="0" destOrd="0" presId="urn:microsoft.com/office/officeart/2018/2/layout/IconVerticalSolidList"/>
    <dgm:cxn modelId="{0B7EA71C-D853-4A61-9113-1F11FC39A7DB}" type="presParOf" srcId="{062DCE9E-9442-4F2A-87D5-749A945CE9AA}" destId="{7F82CE35-B374-4AE8-921E-EF68A8B15A5C}" srcOrd="1" destOrd="0" presId="urn:microsoft.com/office/officeart/2018/2/layout/IconVerticalSolidList"/>
    <dgm:cxn modelId="{5ACE8730-F666-44D3-851E-DC9F9AB28F93}" type="presParOf" srcId="{062DCE9E-9442-4F2A-87D5-749A945CE9AA}" destId="{16D6FC3B-6C6A-40C0-A9DC-F3D5E58E0D95}" srcOrd="2" destOrd="0" presId="urn:microsoft.com/office/officeart/2018/2/layout/IconVerticalSolidList"/>
    <dgm:cxn modelId="{C1B0C819-5E97-4D78-B1D9-9164263FB784}" type="presParOf" srcId="{062DCE9E-9442-4F2A-87D5-749A945CE9AA}" destId="{98616445-3EF8-4B6C-864A-B0E9914683E2}" srcOrd="3" destOrd="0" presId="urn:microsoft.com/office/officeart/2018/2/layout/IconVerticalSolidList"/>
    <dgm:cxn modelId="{12233160-81EB-4DCC-88C3-8392222F38E9}" type="presParOf" srcId="{580274AC-24DD-4687-A6D3-563B58D44C45}" destId="{64F557CD-31EA-4FEF-B366-EF5AA9A59BE5}" srcOrd="5" destOrd="0" presId="urn:microsoft.com/office/officeart/2018/2/layout/IconVerticalSolidList"/>
    <dgm:cxn modelId="{04F590CD-091C-403E-ACA5-F1F77210B637}" type="presParOf" srcId="{580274AC-24DD-4687-A6D3-563B58D44C45}" destId="{6F1D0EF1-E4E5-477A-B996-02F13A32706A}" srcOrd="6" destOrd="0" presId="urn:microsoft.com/office/officeart/2018/2/layout/IconVerticalSolidList"/>
    <dgm:cxn modelId="{9DB9AE6A-85A8-4117-BB7D-7AF7ACE577FA}" type="presParOf" srcId="{6F1D0EF1-E4E5-477A-B996-02F13A32706A}" destId="{061BF47F-233A-4ADB-A557-6F22D0FCDCE3}" srcOrd="0" destOrd="0" presId="urn:microsoft.com/office/officeart/2018/2/layout/IconVerticalSolidList"/>
    <dgm:cxn modelId="{A1C75721-B7C3-4186-A8D0-B18E5AE43EEB}" type="presParOf" srcId="{6F1D0EF1-E4E5-477A-B996-02F13A32706A}" destId="{B009E366-B840-49A2-B54B-6D4A3E500D0D}" srcOrd="1" destOrd="0" presId="urn:microsoft.com/office/officeart/2018/2/layout/IconVerticalSolidList"/>
    <dgm:cxn modelId="{18E5C1E4-CDA7-4E03-B046-1D4D7AB4CCD3}" type="presParOf" srcId="{6F1D0EF1-E4E5-477A-B996-02F13A32706A}" destId="{E5CF8B34-6BFB-4575-9CED-C02224ACF8EB}" srcOrd="2" destOrd="0" presId="urn:microsoft.com/office/officeart/2018/2/layout/IconVerticalSolidList"/>
    <dgm:cxn modelId="{2ADE5410-1A18-43D7-88C6-3544BE3383B2}" type="presParOf" srcId="{6F1D0EF1-E4E5-477A-B996-02F13A32706A}" destId="{F18E6487-DFDF-4A83-89DB-FFB87CC58B52}" srcOrd="3" destOrd="0" presId="urn:microsoft.com/office/officeart/2018/2/layout/IconVerticalSolidList"/>
    <dgm:cxn modelId="{BB165553-9466-412E-8EF2-02EEDB39F680}" type="presParOf" srcId="{580274AC-24DD-4687-A6D3-563B58D44C45}" destId="{B141D415-7810-4A3E-921C-3E682EA1A937}" srcOrd="7" destOrd="0" presId="urn:microsoft.com/office/officeart/2018/2/layout/IconVerticalSolidList"/>
    <dgm:cxn modelId="{EDFECB1B-9531-4482-B797-09EFDC07F6D1}" type="presParOf" srcId="{580274AC-24DD-4687-A6D3-563B58D44C45}" destId="{7EF384AC-E494-461D-ACE1-E817F8D81BBE}" srcOrd="8" destOrd="0" presId="urn:microsoft.com/office/officeart/2018/2/layout/IconVerticalSolidList"/>
    <dgm:cxn modelId="{FF0336B7-6CB2-4A32-8CBA-30894D91964B}" type="presParOf" srcId="{7EF384AC-E494-461D-ACE1-E817F8D81BBE}" destId="{F28FC6AE-9D52-469B-BA55-A0C73F3230A6}" srcOrd="0" destOrd="0" presId="urn:microsoft.com/office/officeart/2018/2/layout/IconVerticalSolidList"/>
    <dgm:cxn modelId="{6EAD5AF5-4DEF-423A-84FC-8AB0D8D79F40}" type="presParOf" srcId="{7EF384AC-E494-461D-ACE1-E817F8D81BBE}" destId="{1FD0245E-9EC8-426C-8ECA-2C13DA6A18E1}" srcOrd="1" destOrd="0" presId="urn:microsoft.com/office/officeart/2018/2/layout/IconVerticalSolidList"/>
    <dgm:cxn modelId="{2442E89A-FC0E-4427-91DA-C054727E19AB}" type="presParOf" srcId="{7EF384AC-E494-461D-ACE1-E817F8D81BBE}" destId="{4BD23F03-FE75-4297-A4C5-292A3D84442D}" srcOrd="2" destOrd="0" presId="urn:microsoft.com/office/officeart/2018/2/layout/IconVerticalSolidList"/>
    <dgm:cxn modelId="{EF815939-629D-4F2F-B175-976481C17811}" type="presParOf" srcId="{7EF384AC-E494-461D-ACE1-E817F8D81BBE}" destId="{6EE0C68E-9C2F-4F40-BF8B-E598085359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53C49-E73D-4764-AB21-7D391C2DF8D4}">
      <dsp:nvSpPr>
        <dsp:cNvPr id="0" name=""/>
        <dsp:cNvSpPr/>
      </dsp:nvSpPr>
      <dsp:spPr>
        <a:xfrm>
          <a:off x="0" y="59148"/>
          <a:ext cx="10691265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What is a Just Culture?</a:t>
          </a:r>
        </a:p>
      </dsp:txBody>
      <dsp:txXfrm>
        <a:off x="22846" y="81994"/>
        <a:ext cx="10645573" cy="422308"/>
      </dsp:txXfrm>
    </dsp:sp>
    <dsp:sp modelId="{EBBE47C5-30B2-4295-8664-5CC6F99A3EBB}">
      <dsp:nvSpPr>
        <dsp:cNvPr id="0" name=""/>
        <dsp:cNvSpPr/>
      </dsp:nvSpPr>
      <dsp:spPr>
        <a:xfrm>
          <a:off x="0" y="584748"/>
          <a:ext cx="10691265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Fear of Blame and Retribution</a:t>
          </a:r>
        </a:p>
      </dsp:txBody>
      <dsp:txXfrm>
        <a:off x="22846" y="607594"/>
        <a:ext cx="10645573" cy="422308"/>
      </dsp:txXfrm>
    </dsp:sp>
    <dsp:sp modelId="{900C9E93-CA9F-48A4-B489-BF7666B534E6}">
      <dsp:nvSpPr>
        <dsp:cNvPr id="0" name=""/>
        <dsp:cNvSpPr/>
      </dsp:nvSpPr>
      <dsp:spPr>
        <a:xfrm>
          <a:off x="0" y="1110348"/>
          <a:ext cx="10691265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Misunderstanding</a:t>
          </a:r>
        </a:p>
      </dsp:txBody>
      <dsp:txXfrm>
        <a:off x="22846" y="1133194"/>
        <a:ext cx="10645573" cy="422308"/>
      </dsp:txXfrm>
    </dsp:sp>
    <dsp:sp modelId="{92E4753B-828F-4023-B329-A0B9220453AB}">
      <dsp:nvSpPr>
        <dsp:cNvPr id="0" name=""/>
        <dsp:cNvSpPr/>
      </dsp:nvSpPr>
      <dsp:spPr>
        <a:xfrm>
          <a:off x="0" y="1635948"/>
          <a:ext cx="10691265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Change is Slow</a:t>
          </a:r>
        </a:p>
      </dsp:txBody>
      <dsp:txXfrm>
        <a:off x="22846" y="1658794"/>
        <a:ext cx="10645573" cy="422308"/>
      </dsp:txXfrm>
    </dsp:sp>
    <dsp:sp modelId="{3E62F3C5-A382-4184-9298-0864E01D248A}">
      <dsp:nvSpPr>
        <dsp:cNvPr id="0" name=""/>
        <dsp:cNvSpPr/>
      </dsp:nvSpPr>
      <dsp:spPr>
        <a:xfrm>
          <a:off x="0" y="2161548"/>
          <a:ext cx="10691265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Summary</a:t>
          </a:r>
          <a:endParaRPr lang="en-US" sz="2000" kern="1200" dirty="0"/>
        </a:p>
      </dsp:txBody>
      <dsp:txXfrm>
        <a:off x="22846" y="2184394"/>
        <a:ext cx="10645573" cy="422308"/>
      </dsp:txXfrm>
    </dsp:sp>
    <dsp:sp modelId="{092920E2-6919-42A0-AFAB-FE64BBE80B4D}">
      <dsp:nvSpPr>
        <dsp:cNvPr id="0" name=""/>
        <dsp:cNvSpPr/>
      </dsp:nvSpPr>
      <dsp:spPr>
        <a:xfrm>
          <a:off x="0" y="2687148"/>
          <a:ext cx="10691265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Enabling a Just Culture</a:t>
          </a:r>
        </a:p>
      </dsp:txBody>
      <dsp:txXfrm>
        <a:off x="22846" y="2709994"/>
        <a:ext cx="10645573" cy="422308"/>
      </dsp:txXfrm>
    </dsp:sp>
    <dsp:sp modelId="{E7DE074D-5FA1-49AD-BE26-4BB9E3A6EB82}">
      <dsp:nvSpPr>
        <dsp:cNvPr id="0" name=""/>
        <dsp:cNvSpPr/>
      </dsp:nvSpPr>
      <dsp:spPr>
        <a:xfrm>
          <a:off x="0" y="3212748"/>
          <a:ext cx="10691265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Citation</a:t>
          </a:r>
        </a:p>
      </dsp:txBody>
      <dsp:txXfrm>
        <a:off x="22846" y="3235594"/>
        <a:ext cx="10645573" cy="4223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C2F94-0065-4D3C-9BB4-41EE8BCDC00E}">
      <dsp:nvSpPr>
        <dsp:cNvPr id="0" name=""/>
        <dsp:cNvSpPr/>
      </dsp:nvSpPr>
      <dsp:spPr>
        <a:xfrm>
          <a:off x="0" y="659"/>
          <a:ext cx="74422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B1955B-C774-4182-BBEC-F6E41D1768CA}">
      <dsp:nvSpPr>
        <dsp:cNvPr id="0" name=""/>
        <dsp:cNvSpPr/>
      </dsp:nvSpPr>
      <dsp:spPr>
        <a:xfrm>
          <a:off x="0" y="659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Balancing Learning and Accountability</a:t>
          </a:r>
        </a:p>
      </dsp:txBody>
      <dsp:txXfrm>
        <a:off x="0" y="659"/>
        <a:ext cx="7442201" cy="1079793"/>
      </dsp:txXfrm>
    </dsp:sp>
    <dsp:sp modelId="{B88C13CB-6437-4E40-9A06-90B747D52327}">
      <dsp:nvSpPr>
        <dsp:cNvPr id="0" name=""/>
        <dsp:cNvSpPr/>
      </dsp:nvSpPr>
      <dsp:spPr>
        <a:xfrm>
          <a:off x="0" y="1080452"/>
          <a:ext cx="7442201" cy="0"/>
        </a:xfrm>
        <a:prstGeom prst="line">
          <a:avLst/>
        </a:prstGeom>
        <a:solidFill>
          <a:schemeClr val="accent5">
            <a:hueOff val="4752235"/>
            <a:satOff val="-6665"/>
            <a:lumOff val="-687"/>
            <a:alphaOff val="0"/>
          </a:schemeClr>
        </a:solidFill>
        <a:ln w="12700" cap="flat" cmpd="sng" algn="ctr">
          <a:solidFill>
            <a:schemeClr val="accent5">
              <a:hueOff val="4752235"/>
              <a:satOff val="-6665"/>
              <a:lumOff val="-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6E718-4875-421C-9C2F-8E08493C5870}">
      <dsp:nvSpPr>
        <dsp:cNvPr id="0" name=""/>
        <dsp:cNvSpPr/>
      </dsp:nvSpPr>
      <dsp:spPr>
        <a:xfrm>
          <a:off x="0" y="1080452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Focuses on Fixing System</a:t>
          </a:r>
        </a:p>
      </dsp:txBody>
      <dsp:txXfrm>
        <a:off x="0" y="1080452"/>
        <a:ext cx="7442201" cy="1079793"/>
      </dsp:txXfrm>
    </dsp:sp>
    <dsp:sp modelId="{65DF6A18-7E02-4A5F-97C9-A36DEA8DB80F}">
      <dsp:nvSpPr>
        <dsp:cNvPr id="0" name=""/>
        <dsp:cNvSpPr/>
      </dsp:nvSpPr>
      <dsp:spPr>
        <a:xfrm>
          <a:off x="0" y="2160245"/>
          <a:ext cx="7442201" cy="0"/>
        </a:xfrm>
        <a:prstGeom prst="line">
          <a:avLst/>
        </a:prstGeom>
        <a:solidFill>
          <a:schemeClr val="accent5">
            <a:hueOff val="9504470"/>
            <a:satOff val="-13330"/>
            <a:lumOff val="-1373"/>
            <a:alphaOff val="0"/>
          </a:schemeClr>
        </a:solidFill>
        <a:ln w="12700" cap="flat" cmpd="sng" algn="ctr">
          <a:solidFill>
            <a:schemeClr val="accent5">
              <a:hueOff val="9504470"/>
              <a:satOff val="-13330"/>
              <a:lumOff val="-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F0C58-1530-4016-84AC-14D6CEFFE4C8}">
      <dsp:nvSpPr>
        <dsp:cNvPr id="0" name=""/>
        <dsp:cNvSpPr/>
      </dsp:nvSpPr>
      <dsp:spPr>
        <a:xfrm>
          <a:off x="0" y="2160245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Avoids Blaming Individuals</a:t>
          </a:r>
        </a:p>
      </dsp:txBody>
      <dsp:txXfrm>
        <a:off x="0" y="2160245"/>
        <a:ext cx="7442201" cy="1079793"/>
      </dsp:txXfrm>
    </dsp:sp>
    <dsp:sp modelId="{EDBFC404-0177-4566-9853-B89743EB3978}">
      <dsp:nvSpPr>
        <dsp:cNvPr id="0" name=""/>
        <dsp:cNvSpPr/>
      </dsp:nvSpPr>
      <dsp:spPr>
        <a:xfrm>
          <a:off x="0" y="3240038"/>
          <a:ext cx="7442201" cy="0"/>
        </a:xfrm>
        <a:prstGeom prst="line">
          <a:avLst/>
        </a:prstGeom>
        <a:solidFill>
          <a:schemeClr val="accent5">
            <a:hueOff val="14256705"/>
            <a:satOff val="-19995"/>
            <a:lumOff val="-2060"/>
            <a:alphaOff val="0"/>
          </a:schemeClr>
        </a:solidFill>
        <a:ln w="12700" cap="flat" cmpd="sng" algn="ctr">
          <a:solidFill>
            <a:schemeClr val="accent5">
              <a:hueOff val="14256705"/>
              <a:satOff val="-19995"/>
              <a:lumOff val="-20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29689-0CED-464C-AA5C-F9FB11C12E98}">
      <dsp:nvSpPr>
        <dsp:cNvPr id="0" name=""/>
        <dsp:cNvSpPr/>
      </dsp:nvSpPr>
      <dsp:spPr>
        <a:xfrm>
          <a:off x="0" y="3240038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Encourages reporting of mistakes</a:t>
          </a:r>
        </a:p>
      </dsp:txBody>
      <dsp:txXfrm>
        <a:off x="0" y="3240038"/>
        <a:ext cx="7442201" cy="1079793"/>
      </dsp:txXfrm>
    </dsp:sp>
    <dsp:sp modelId="{224F1B62-2BBC-4B3C-A544-E2267D1BC18E}">
      <dsp:nvSpPr>
        <dsp:cNvPr id="0" name=""/>
        <dsp:cNvSpPr/>
      </dsp:nvSpPr>
      <dsp:spPr>
        <a:xfrm>
          <a:off x="0" y="4319831"/>
          <a:ext cx="7442201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687B6-B073-48D0-BB95-5EACBDD2BAF8}">
      <dsp:nvSpPr>
        <dsp:cNvPr id="0" name=""/>
        <dsp:cNvSpPr/>
      </dsp:nvSpPr>
      <dsp:spPr>
        <a:xfrm>
          <a:off x="0" y="4319831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Supports Blameless Retrospectives and Continuous Improvement</a:t>
          </a:r>
        </a:p>
      </dsp:txBody>
      <dsp:txXfrm>
        <a:off x="0" y="4319831"/>
        <a:ext cx="7442201" cy="10797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3DD272-8338-4413-8181-B4E89D63CC41}">
      <dsp:nvSpPr>
        <dsp:cNvPr id="0" name=""/>
        <dsp:cNvSpPr/>
      </dsp:nvSpPr>
      <dsp:spPr>
        <a:xfrm>
          <a:off x="0" y="4296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1D17F5-53DD-4B5C-A2B9-FA7EE9D36AA9}">
      <dsp:nvSpPr>
        <dsp:cNvPr id="0" name=""/>
        <dsp:cNvSpPr/>
      </dsp:nvSpPr>
      <dsp:spPr>
        <a:xfrm>
          <a:off x="276813" y="210190"/>
          <a:ext cx="503296" cy="503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662A2-053F-4DA8-9082-C74E1BA87920}">
      <dsp:nvSpPr>
        <dsp:cNvPr id="0" name=""/>
        <dsp:cNvSpPr/>
      </dsp:nvSpPr>
      <dsp:spPr>
        <a:xfrm>
          <a:off x="1056922" y="4296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People avoid reporting mistake and errors because of fear of punishment or ridicule</a:t>
          </a:r>
        </a:p>
      </dsp:txBody>
      <dsp:txXfrm>
        <a:off x="1056922" y="4296"/>
        <a:ext cx="5115025" cy="915084"/>
      </dsp:txXfrm>
    </dsp:sp>
    <dsp:sp modelId="{0E9FBEB0-A10E-4346-B208-BF14B45EA3EE}">
      <dsp:nvSpPr>
        <dsp:cNvPr id="0" name=""/>
        <dsp:cNvSpPr/>
      </dsp:nvSpPr>
      <dsp:spPr>
        <a:xfrm>
          <a:off x="0" y="1148151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AB44B-54C8-40BF-A866-2CFD9DDED36F}">
      <dsp:nvSpPr>
        <dsp:cNvPr id="0" name=""/>
        <dsp:cNvSpPr/>
      </dsp:nvSpPr>
      <dsp:spPr>
        <a:xfrm>
          <a:off x="276813" y="1354045"/>
          <a:ext cx="503296" cy="503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AA37C-1E12-44D0-8E2C-52647F4E0C1C}">
      <dsp:nvSpPr>
        <dsp:cNvPr id="0" name=""/>
        <dsp:cNvSpPr/>
      </dsp:nvSpPr>
      <dsp:spPr>
        <a:xfrm>
          <a:off x="1056922" y="1148151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Blame culture discourages collaboration and early intervention</a:t>
          </a:r>
        </a:p>
      </dsp:txBody>
      <dsp:txXfrm>
        <a:off x="1056922" y="1148151"/>
        <a:ext cx="5115025" cy="915084"/>
      </dsp:txXfrm>
    </dsp:sp>
    <dsp:sp modelId="{2F80D1A6-C170-49C3-9E9F-FB45453513C1}">
      <dsp:nvSpPr>
        <dsp:cNvPr id="0" name=""/>
        <dsp:cNvSpPr/>
      </dsp:nvSpPr>
      <dsp:spPr>
        <a:xfrm>
          <a:off x="0" y="2292007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5346D-D5E6-47A1-80B1-D8DB3C112DAA}">
      <dsp:nvSpPr>
        <dsp:cNvPr id="0" name=""/>
        <dsp:cNvSpPr/>
      </dsp:nvSpPr>
      <dsp:spPr>
        <a:xfrm>
          <a:off x="276813" y="2497901"/>
          <a:ext cx="503296" cy="503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28B98-2764-4EF7-BEF4-C18C458150A2}">
      <dsp:nvSpPr>
        <dsp:cNvPr id="0" name=""/>
        <dsp:cNvSpPr/>
      </dsp:nvSpPr>
      <dsp:spPr>
        <a:xfrm>
          <a:off x="1056922" y="2292007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Engineers may attempt to cover mistakes rather than fix them</a:t>
          </a:r>
        </a:p>
      </dsp:txBody>
      <dsp:txXfrm>
        <a:off x="1056922" y="2292007"/>
        <a:ext cx="5115025" cy="915084"/>
      </dsp:txXfrm>
    </dsp:sp>
    <dsp:sp modelId="{599160BC-8FA1-49CF-9CEA-82CC1C0797F5}">
      <dsp:nvSpPr>
        <dsp:cNvPr id="0" name=""/>
        <dsp:cNvSpPr/>
      </dsp:nvSpPr>
      <dsp:spPr>
        <a:xfrm>
          <a:off x="0" y="3435863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0F4DC1-6E85-4BF5-858D-53416ABD89EB}">
      <dsp:nvSpPr>
        <dsp:cNvPr id="0" name=""/>
        <dsp:cNvSpPr/>
      </dsp:nvSpPr>
      <dsp:spPr>
        <a:xfrm>
          <a:off x="276813" y="3641757"/>
          <a:ext cx="503296" cy="503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F24C9-E76A-4B26-8764-C61D84CA1B13}">
      <dsp:nvSpPr>
        <dsp:cNvPr id="0" name=""/>
        <dsp:cNvSpPr/>
      </dsp:nvSpPr>
      <dsp:spPr>
        <a:xfrm>
          <a:off x="1056922" y="3435863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Slower incident detection and resolution</a:t>
          </a:r>
        </a:p>
      </dsp:txBody>
      <dsp:txXfrm>
        <a:off x="1056922" y="3435863"/>
        <a:ext cx="5115025" cy="915084"/>
      </dsp:txXfrm>
    </dsp:sp>
    <dsp:sp modelId="{B20AFA0F-3D8F-43BF-9C1A-A1D95118A4AC}">
      <dsp:nvSpPr>
        <dsp:cNvPr id="0" name=""/>
        <dsp:cNvSpPr/>
      </dsp:nvSpPr>
      <dsp:spPr>
        <a:xfrm>
          <a:off x="0" y="4579719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64D10-AF71-4E16-B798-558BB5683232}">
      <dsp:nvSpPr>
        <dsp:cNvPr id="0" name=""/>
        <dsp:cNvSpPr/>
      </dsp:nvSpPr>
      <dsp:spPr>
        <a:xfrm>
          <a:off x="276813" y="4785613"/>
          <a:ext cx="503296" cy="5032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974A0-47E7-4B9C-9923-6DFC2BE9C949}">
      <dsp:nvSpPr>
        <dsp:cNvPr id="0" name=""/>
        <dsp:cNvSpPr/>
      </dsp:nvSpPr>
      <dsp:spPr>
        <a:xfrm>
          <a:off x="1056922" y="4579719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Lessens psychological safety in the workplace</a:t>
          </a:r>
        </a:p>
      </dsp:txBody>
      <dsp:txXfrm>
        <a:off x="1056922" y="4579719"/>
        <a:ext cx="5115025" cy="9150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4BF86-BD16-47A3-99D8-9C0A2C4DC4A6}">
      <dsp:nvSpPr>
        <dsp:cNvPr id="0" name=""/>
        <dsp:cNvSpPr/>
      </dsp:nvSpPr>
      <dsp:spPr>
        <a:xfrm>
          <a:off x="0" y="97610"/>
          <a:ext cx="6171948" cy="12741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People often misinterpret a just culture as one lacking accountability.</a:t>
          </a:r>
        </a:p>
      </dsp:txBody>
      <dsp:txXfrm>
        <a:off x="62198" y="159808"/>
        <a:ext cx="6047552" cy="1149734"/>
      </dsp:txXfrm>
    </dsp:sp>
    <dsp:sp modelId="{E199FD4C-0084-4526-B75A-39BBAE38C7C0}">
      <dsp:nvSpPr>
        <dsp:cNvPr id="0" name=""/>
        <dsp:cNvSpPr/>
      </dsp:nvSpPr>
      <dsp:spPr>
        <a:xfrm>
          <a:off x="0" y="1440860"/>
          <a:ext cx="6171948" cy="1274130"/>
        </a:xfrm>
        <a:prstGeom prst="roundRect">
          <a:avLst/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Leaders claim to support Just Culture but default to blame when issues arise</a:t>
          </a:r>
        </a:p>
      </dsp:txBody>
      <dsp:txXfrm>
        <a:off x="62198" y="1503058"/>
        <a:ext cx="6047552" cy="1149734"/>
      </dsp:txXfrm>
    </dsp:sp>
    <dsp:sp modelId="{C5069E98-0BFF-44BA-AD72-6CEC5CC8176A}">
      <dsp:nvSpPr>
        <dsp:cNvPr id="0" name=""/>
        <dsp:cNvSpPr/>
      </dsp:nvSpPr>
      <dsp:spPr>
        <a:xfrm>
          <a:off x="0" y="2784110"/>
          <a:ext cx="6171948" cy="1274130"/>
        </a:xfrm>
        <a:prstGeom prst="roundRect">
          <a:avLst/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Lack of training across all levels of leadership lead to mixed messaging as it relates to issue responses.</a:t>
          </a:r>
        </a:p>
      </dsp:txBody>
      <dsp:txXfrm>
        <a:off x="62198" y="2846308"/>
        <a:ext cx="6047552" cy="1149734"/>
      </dsp:txXfrm>
    </dsp:sp>
    <dsp:sp modelId="{34B522AC-2AAC-4052-8DDA-1C8663E36FFB}">
      <dsp:nvSpPr>
        <dsp:cNvPr id="0" name=""/>
        <dsp:cNvSpPr/>
      </dsp:nvSpPr>
      <dsp:spPr>
        <a:xfrm>
          <a:off x="0" y="4127360"/>
          <a:ext cx="6171948" cy="127413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Blameless retrospectives and learning practices are not followed through on</a:t>
          </a:r>
        </a:p>
      </dsp:txBody>
      <dsp:txXfrm>
        <a:off x="62198" y="4189558"/>
        <a:ext cx="6047552" cy="11497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CA983-EC43-4281-AE67-38CB045EB9E1}">
      <dsp:nvSpPr>
        <dsp:cNvPr id="0" name=""/>
        <dsp:cNvSpPr/>
      </dsp:nvSpPr>
      <dsp:spPr>
        <a:xfrm>
          <a:off x="0" y="90139"/>
          <a:ext cx="6171948" cy="10038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Culture changes take time and reinforcement</a:t>
          </a:r>
        </a:p>
      </dsp:txBody>
      <dsp:txXfrm>
        <a:off x="49004" y="139143"/>
        <a:ext cx="6073940" cy="905852"/>
      </dsp:txXfrm>
    </dsp:sp>
    <dsp:sp modelId="{6DC8C85C-1A8B-4DF1-8C7D-BC0E9DE41BAD}">
      <dsp:nvSpPr>
        <dsp:cNvPr id="0" name=""/>
        <dsp:cNvSpPr/>
      </dsp:nvSpPr>
      <dsp:spPr>
        <a:xfrm>
          <a:off x="0" y="1168879"/>
          <a:ext cx="6171948" cy="1003860"/>
        </a:xfrm>
        <a:prstGeom prst="roundRect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Habits and norms are hard to unlearn and change without constant reinforcement</a:t>
          </a:r>
        </a:p>
      </dsp:txBody>
      <dsp:txXfrm>
        <a:off x="49004" y="1217883"/>
        <a:ext cx="6073940" cy="905852"/>
      </dsp:txXfrm>
    </dsp:sp>
    <dsp:sp modelId="{32D40F74-E087-4F6E-A32D-8E3F85A19143}">
      <dsp:nvSpPr>
        <dsp:cNvPr id="0" name=""/>
        <dsp:cNvSpPr/>
      </dsp:nvSpPr>
      <dsp:spPr>
        <a:xfrm>
          <a:off x="0" y="2247620"/>
          <a:ext cx="6171948" cy="100386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DevOps tools and processes are changing faster than culture is changing</a:t>
          </a:r>
        </a:p>
      </dsp:txBody>
      <dsp:txXfrm>
        <a:off x="49004" y="2296624"/>
        <a:ext cx="6073940" cy="905852"/>
      </dsp:txXfrm>
    </dsp:sp>
    <dsp:sp modelId="{D2E6F424-CC0B-42BF-A5BA-85514C5489A3}">
      <dsp:nvSpPr>
        <dsp:cNvPr id="0" name=""/>
        <dsp:cNvSpPr/>
      </dsp:nvSpPr>
      <dsp:spPr>
        <a:xfrm>
          <a:off x="0" y="3326360"/>
          <a:ext cx="6171948" cy="1003860"/>
        </a:xfrm>
        <a:prstGeom prst="roundRect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Leadership support is a must</a:t>
          </a:r>
        </a:p>
      </dsp:txBody>
      <dsp:txXfrm>
        <a:off x="49004" y="3375364"/>
        <a:ext cx="6073940" cy="905852"/>
      </dsp:txXfrm>
    </dsp:sp>
    <dsp:sp modelId="{AD9EAC54-1E7B-43B9-BC64-3EF1AAA7E556}">
      <dsp:nvSpPr>
        <dsp:cNvPr id="0" name=""/>
        <dsp:cNvSpPr/>
      </dsp:nvSpPr>
      <dsp:spPr>
        <a:xfrm>
          <a:off x="0" y="4405100"/>
          <a:ext cx="6171948" cy="100386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Cultural change requires psychological safety</a:t>
          </a:r>
        </a:p>
      </dsp:txBody>
      <dsp:txXfrm>
        <a:off x="49004" y="4454104"/>
        <a:ext cx="6073940" cy="9058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8EB730-7EFD-4F57-8C24-EB4EC70A5929}">
      <dsp:nvSpPr>
        <dsp:cNvPr id="0" name=""/>
        <dsp:cNvSpPr/>
      </dsp:nvSpPr>
      <dsp:spPr>
        <a:xfrm>
          <a:off x="0" y="4296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54CD26-D7DB-489F-8794-6F56ED03B3FC}">
      <dsp:nvSpPr>
        <dsp:cNvPr id="0" name=""/>
        <dsp:cNvSpPr/>
      </dsp:nvSpPr>
      <dsp:spPr>
        <a:xfrm>
          <a:off x="276813" y="210190"/>
          <a:ext cx="503296" cy="503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4462E-C9BA-4925-9EF2-3095AC6DCA2C}">
      <dsp:nvSpPr>
        <dsp:cNvPr id="0" name=""/>
        <dsp:cNvSpPr/>
      </dsp:nvSpPr>
      <dsp:spPr>
        <a:xfrm>
          <a:off x="1056922" y="4296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Blameless retrospectives</a:t>
          </a:r>
        </a:p>
      </dsp:txBody>
      <dsp:txXfrm>
        <a:off x="1056922" y="4296"/>
        <a:ext cx="5115025" cy="915084"/>
      </dsp:txXfrm>
    </dsp:sp>
    <dsp:sp modelId="{973A917C-862B-46BD-9094-529C6E19895B}">
      <dsp:nvSpPr>
        <dsp:cNvPr id="0" name=""/>
        <dsp:cNvSpPr/>
      </dsp:nvSpPr>
      <dsp:spPr>
        <a:xfrm>
          <a:off x="0" y="1148151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33517C-330F-4973-B70E-411EF5383ED0}">
      <dsp:nvSpPr>
        <dsp:cNvPr id="0" name=""/>
        <dsp:cNvSpPr/>
      </dsp:nvSpPr>
      <dsp:spPr>
        <a:xfrm>
          <a:off x="276813" y="1354045"/>
          <a:ext cx="503296" cy="503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459A9-6AFB-4C1B-A174-4082496FE629}">
      <dsp:nvSpPr>
        <dsp:cNvPr id="0" name=""/>
        <dsp:cNvSpPr/>
      </dsp:nvSpPr>
      <dsp:spPr>
        <a:xfrm>
          <a:off x="1056922" y="1148151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 psychological safety</a:t>
          </a:r>
        </a:p>
      </dsp:txBody>
      <dsp:txXfrm>
        <a:off x="1056922" y="1148151"/>
        <a:ext cx="5115025" cy="915084"/>
      </dsp:txXfrm>
    </dsp:sp>
    <dsp:sp modelId="{013F5EC4-4AFA-4B86-8C66-F07E32D078B8}">
      <dsp:nvSpPr>
        <dsp:cNvPr id="0" name=""/>
        <dsp:cNvSpPr/>
      </dsp:nvSpPr>
      <dsp:spPr>
        <a:xfrm>
          <a:off x="0" y="2292007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2CE35-B374-4AE8-921E-EF68A8B15A5C}">
      <dsp:nvSpPr>
        <dsp:cNvPr id="0" name=""/>
        <dsp:cNvSpPr/>
      </dsp:nvSpPr>
      <dsp:spPr>
        <a:xfrm>
          <a:off x="276813" y="2497901"/>
          <a:ext cx="503296" cy="503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16445-3EF8-4B6C-864A-B0E9914683E2}">
      <dsp:nvSpPr>
        <dsp:cNvPr id="0" name=""/>
        <dsp:cNvSpPr/>
      </dsp:nvSpPr>
      <dsp:spPr>
        <a:xfrm>
          <a:off x="1056922" y="2292007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Automation and Testing to reduce human error</a:t>
          </a:r>
        </a:p>
      </dsp:txBody>
      <dsp:txXfrm>
        <a:off x="1056922" y="2292007"/>
        <a:ext cx="5115025" cy="915084"/>
      </dsp:txXfrm>
    </dsp:sp>
    <dsp:sp modelId="{061BF47F-233A-4ADB-A557-6F22D0FCDCE3}">
      <dsp:nvSpPr>
        <dsp:cNvPr id="0" name=""/>
        <dsp:cNvSpPr/>
      </dsp:nvSpPr>
      <dsp:spPr>
        <a:xfrm>
          <a:off x="0" y="3435863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09E366-B840-49A2-B54B-6D4A3E500D0D}">
      <dsp:nvSpPr>
        <dsp:cNvPr id="0" name=""/>
        <dsp:cNvSpPr/>
      </dsp:nvSpPr>
      <dsp:spPr>
        <a:xfrm>
          <a:off x="276813" y="3641757"/>
          <a:ext cx="503296" cy="503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E6487-DFDF-4A83-89DB-FFB87CC58B52}">
      <dsp:nvSpPr>
        <dsp:cNvPr id="0" name=""/>
        <dsp:cNvSpPr/>
      </dsp:nvSpPr>
      <dsp:spPr>
        <a:xfrm>
          <a:off x="1056922" y="3435863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Involve leaders in day to day processes</a:t>
          </a:r>
        </a:p>
      </dsp:txBody>
      <dsp:txXfrm>
        <a:off x="1056922" y="3435863"/>
        <a:ext cx="5115025" cy="915084"/>
      </dsp:txXfrm>
    </dsp:sp>
    <dsp:sp modelId="{F28FC6AE-9D52-469B-BA55-A0C73F3230A6}">
      <dsp:nvSpPr>
        <dsp:cNvPr id="0" name=""/>
        <dsp:cNvSpPr/>
      </dsp:nvSpPr>
      <dsp:spPr>
        <a:xfrm>
          <a:off x="0" y="4579719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D0245E-9EC8-426C-8ECA-2C13DA6A18E1}">
      <dsp:nvSpPr>
        <dsp:cNvPr id="0" name=""/>
        <dsp:cNvSpPr/>
      </dsp:nvSpPr>
      <dsp:spPr>
        <a:xfrm>
          <a:off x="276813" y="4785613"/>
          <a:ext cx="503296" cy="5032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0C68E-9C2F-4F40-BF8B-E5980853598E}">
      <dsp:nvSpPr>
        <dsp:cNvPr id="0" name=""/>
        <dsp:cNvSpPr/>
      </dsp:nvSpPr>
      <dsp:spPr>
        <a:xfrm>
          <a:off x="1056922" y="4579719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Reinforce learning and continuous improvement</a:t>
          </a:r>
        </a:p>
      </dsp:txBody>
      <dsp:txXfrm>
        <a:off x="1056922" y="4579719"/>
        <a:ext cx="5115025" cy="9150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3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95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56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2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2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9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3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84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6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3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34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adaptavistgroup.com/company/press/adaptavist-research-reveals-tech-blame-culture?utm_source=chatgpt.com" TargetMode="External"/><Relationship Id="rId2" Type="http://schemas.openxmlformats.org/officeDocument/2006/relationships/hyperlink" Target="https://psychsafety.com/barriers-to-psychological-safety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669B1B-8986-3607-5591-989696834C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86" b="5559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DEA1C-683D-9677-0EE3-7F50C7885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Challenges and Barriers to a Just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C72EC-EE1A-5242-98B1-2F0A04F08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Where DevOps Culture Breaks Down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610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0F13-800F-00A8-7790-521A39A4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FBAB9B-9AE2-DE88-4077-E2EBFEAFD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894004"/>
              </p:ext>
            </p:extLst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1662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9DE27-C98A-08C5-F248-B72334A6F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/>
              <a:t>What is A Just culture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F2B078-5683-9FDD-B409-9912A1301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723750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5726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EF1F7-5CB3-F8DD-9690-FD6CFA76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Fear of Blame and Retribution</a:t>
            </a:r>
            <a:br>
              <a:rPr lang="en-US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2C723C-6CFD-0051-B3A1-AA1CC6333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5741631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145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01059-6B19-26BB-099D-56DD0316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sz="3100"/>
              <a:t>Misunderstanding</a:t>
            </a:r>
            <a:br>
              <a:rPr lang="en-US" sz="3100"/>
            </a:br>
            <a:endParaRPr lang="en-US" sz="31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3CAA1A-0981-6246-223A-615C56F14C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7271163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206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0F81E-5B60-7BF7-80E6-D48B168B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Change is Slow</a:t>
            </a:r>
            <a:br>
              <a:rPr lang="en-US" dirty="0"/>
            </a:b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4693C0-7CA9-E19C-7AF4-2BED6F3CA5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2277376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436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1F7CFA-4382-95FE-B791-498D6F280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Summary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CC9D10-FB7F-C46B-D56A-1E6D2F2F9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534" y="829779"/>
            <a:ext cx="54102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20C55A-FA7E-8C05-526B-0018ED8E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Enabling a Just Culture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EDCB98-D69F-1BC7-EB22-C17045F2E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5867334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7390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56FFA-FAC5-08DE-0F8F-7E3D438F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5256"/>
            <a:ext cx="2834979" cy="5218679"/>
          </a:xfrm>
        </p:spPr>
        <p:txBody>
          <a:bodyPr>
            <a:normAutofit/>
          </a:bodyPr>
          <a:lstStyle/>
          <a:p>
            <a:r>
              <a:rPr lang="en-US" sz="3200"/>
              <a:t>Citation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D8B08-4EB4-4701-08DC-40A3DB4EC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6" y="905256"/>
            <a:ext cx="7644046" cy="5256243"/>
          </a:xfrm>
        </p:spPr>
        <p:txBody>
          <a:bodyPr>
            <a:normAutofit/>
          </a:bodyPr>
          <a:lstStyle/>
          <a:p>
            <a:r>
              <a:rPr lang="en-US" b="1" dirty="0"/>
              <a:t>1. Geraghty, T. (2025).</a:t>
            </a:r>
            <a:br>
              <a:rPr lang="en-US" dirty="0"/>
            </a:br>
            <a:r>
              <a:rPr lang="en-US" dirty="0"/>
              <a:t>Geraghty, T. (2025, July 18). </a:t>
            </a:r>
            <a:r>
              <a:rPr lang="en-US" i="1" dirty="0"/>
              <a:t>Barriers to psychological safety.</a:t>
            </a:r>
            <a:r>
              <a:rPr lang="en-US" dirty="0"/>
              <a:t> PsychSafety.com. </a:t>
            </a:r>
            <a:r>
              <a:rPr lang="en-US" dirty="0">
                <a:hlinkClick r:id="rId2"/>
              </a:rPr>
              <a:t>https://psychsafety.com/barriers-to-psychological-safety/</a:t>
            </a:r>
            <a:endParaRPr lang="en-US" dirty="0"/>
          </a:p>
          <a:p>
            <a:r>
              <a:rPr lang="en-US" b="1" dirty="0"/>
              <a:t>2. Gianluca, L. (2025).</a:t>
            </a:r>
            <a:br>
              <a:rPr lang="en-US" dirty="0"/>
            </a:br>
            <a:r>
              <a:rPr lang="en-US" dirty="0"/>
              <a:t>Gianluca, L. (2025). </a:t>
            </a:r>
            <a:r>
              <a:rPr lang="en-US" i="1" dirty="0"/>
              <a:t>From blame culture to DevOps: Overcoming the “Not My Problem” syndrome in software teams.</a:t>
            </a:r>
            <a:r>
              <a:rPr lang="en-US" dirty="0"/>
              <a:t> Medium.</a:t>
            </a:r>
          </a:p>
          <a:p>
            <a:r>
              <a:rPr lang="en-US" b="1" dirty="0"/>
              <a:t>3. </a:t>
            </a:r>
            <a:r>
              <a:rPr lang="en-US" b="1" dirty="0" err="1"/>
              <a:t>Adaptavist</a:t>
            </a:r>
            <a:r>
              <a:rPr lang="en-US" b="1" dirty="0"/>
              <a:t> Group. (2025).</a:t>
            </a:r>
            <a:br>
              <a:rPr lang="en-US" dirty="0"/>
            </a:br>
            <a:r>
              <a:rPr lang="en-US" dirty="0" err="1"/>
              <a:t>Adaptavist</a:t>
            </a:r>
            <a:r>
              <a:rPr lang="en-US" dirty="0"/>
              <a:t> Group. (2025, March 12). </a:t>
            </a:r>
            <a:r>
              <a:rPr lang="en-US" i="1" dirty="0" err="1"/>
              <a:t>Adaptavist</a:t>
            </a:r>
            <a:r>
              <a:rPr lang="en-US" i="1" dirty="0"/>
              <a:t> research reveals fear of blame in tech industry.</a:t>
            </a:r>
            <a:r>
              <a:rPr lang="en-US" dirty="0"/>
              <a:t> The </a:t>
            </a:r>
            <a:r>
              <a:rPr lang="en-US" dirty="0" err="1"/>
              <a:t>Adaptavist</a:t>
            </a:r>
            <a:r>
              <a:rPr lang="en-US" dirty="0"/>
              <a:t> Group. </a:t>
            </a:r>
            <a:r>
              <a:rPr lang="en-US" dirty="0">
                <a:hlinkClick r:id="rId3"/>
              </a:rPr>
              <a:t>https://www.theadaptavistgroup.com/company/press/adaptavist-research-reveals-tech-blame-culture</a:t>
            </a:r>
            <a:endParaRPr lang="en-US" dirty="0"/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86145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356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Calisto MT</vt:lpstr>
      <vt:lpstr>Univers Condensed</vt:lpstr>
      <vt:lpstr>ChronicleVTI</vt:lpstr>
      <vt:lpstr>Challenges and Barriers to a Just Culture</vt:lpstr>
      <vt:lpstr>Contents</vt:lpstr>
      <vt:lpstr>What is A Just culture</vt:lpstr>
      <vt:lpstr>Fear of Blame and Retribution </vt:lpstr>
      <vt:lpstr>Misunderstanding </vt:lpstr>
      <vt:lpstr>Change is Slow </vt:lpstr>
      <vt:lpstr>Summary</vt:lpstr>
      <vt:lpstr>Enabling a Just Culture</vt:lpstr>
      <vt:lpstr>Citation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Graham</dc:creator>
  <cp:lastModifiedBy>Katherine Graham</cp:lastModifiedBy>
  <cp:revision>1</cp:revision>
  <dcterms:created xsi:type="dcterms:W3CDTF">2026-02-22T22:28:23Z</dcterms:created>
  <dcterms:modified xsi:type="dcterms:W3CDTF">2026-02-23T01:30:21Z</dcterms:modified>
</cp:coreProperties>
</file>