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70" r:id="rId3"/>
    <p:sldId id="258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5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slide" Target="../slides/slide10.xml"/><Relationship Id="rId3" Type="http://schemas.openxmlformats.org/officeDocument/2006/relationships/slide" Target="../slides/slide5.xml"/><Relationship Id="rId7" Type="http://schemas.openxmlformats.org/officeDocument/2006/relationships/slide" Target="../slides/slide9.xml"/><Relationship Id="rId12" Type="http://schemas.openxmlformats.org/officeDocument/2006/relationships/slide" Target="../slides/slide14.xml"/><Relationship Id="rId2" Type="http://schemas.openxmlformats.org/officeDocument/2006/relationships/slide" Target="../slides/slide4.xml"/><Relationship Id="rId1" Type="http://schemas.openxmlformats.org/officeDocument/2006/relationships/slide" Target="../slides/slide3.xml"/><Relationship Id="rId6" Type="http://schemas.openxmlformats.org/officeDocument/2006/relationships/slide" Target="../slides/slide8.xml"/><Relationship Id="rId11" Type="http://schemas.openxmlformats.org/officeDocument/2006/relationships/slide" Target="../slides/slide13.xml"/><Relationship Id="rId5" Type="http://schemas.openxmlformats.org/officeDocument/2006/relationships/slide" Target="../slides/slide7.xml"/><Relationship Id="rId10" Type="http://schemas.openxmlformats.org/officeDocument/2006/relationships/slide" Target="../slides/slide12.xml"/><Relationship Id="rId4" Type="http://schemas.openxmlformats.org/officeDocument/2006/relationships/slide" Target="../slides/slide6.xml"/><Relationship Id="rId9" Type="http://schemas.openxmlformats.org/officeDocument/2006/relationships/slide" Target="../slides/slide11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4A900F-9B4C-44B0-B9AA-F7650C85E18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4A97EA-E6BC-47E1-8937-015490165FBD}">
      <dgm:prSet/>
      <dgm:spPr/>
      <dgm:t>
        <a:bodyPr/>
        <a:lstStyle/>
        <a:p>
          <a:r>
            <a:rPr lang="en-US" dirty="0"/>
            <a:t>Topic 1: </a:t>
          </a:r>
        </a:p>
        <a:p>
          <a:r>
            <a:rPr lang="en-US" dirty="0">
              <a:solidFill>
                <a:schemeClr val="tx1"/>
              </a:solidFill>
              <a:hlinkClick xmlns:r="http://schemas.openxmlformats.org/officeDocument/2006/relationships" r:id="rId1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Definitions</a:t>
          </a:r>
          <a:endParaRPr lang="en-US" dirty="0">
            <a:solidFill>
              <a:schemeClr val="tx1"/>
            </a:solidFill>
          </a:endParaRPr>
        </a:p>
      </dgm:t>
    </dgm:pt>
    <dgm:pt modelId="{D7E60039-E383-405A-9E6D-B7FD0E038B15}" type="parTrans" cxnId="{AC15E4ED-E46E-4719-9930-4F1247682BE5}">
      <dgm:prSet/>
      <dgm:spPr/>
      <dgm:t>
        <a:bodyPr/>
        <a:lstStyle/>
        <a:p>
          <a:endParaRPr lang="en-US"/>
        </a:p>
      </dgm:t>
    </dgm:pt>
    <dgm:pt modelId="{C3EDBFC8-9FC5-4991-9470-D0A2C9B8DE78}" type="sibTrans" cxnId="{AC15E4ED-E46E-4719-9930-4F1247682BE5}">
      <dgm:prSet/>
      <dgm:spPr/>
      <dgm:t>
        <a:bodyPr/>
        <a:lstStyle/>
        <a:p>
          <a:endParaRPr lang="en-US"/>
        </a:p>
      </dgm:t>
    </dgm:pt>
    <dgm:pt modelId="{A13A5E37-2825-48BA-9D4E-7BD2C15116FD}">
      <dgm:prSet/>
      <dgm:spPr/>
      <dgm:t>
        <a:bodyPr/>
        <a:lstStyle/>
        <a:p>
          <a:r>
            <a:rPr lang="en-US" dirty="0"/>
            <a:t>Topic 2: </a:t>
          </a:r>
        </a:p>
        <a:p>
          <a:r>
            <a:rPr lang="en-US" dirty="0">
              <a:solidFill>
                <a:schemeClr val="tx1"/>
              </a:solidFill>
              <a:hlinkClick xmlns:r="http://schemas.openxmlformats.org/officeDocument/2006/relationships" r:id="rId2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Methods</a:t>
          </a:r>
          <a:endParaRPr lang="en-US" dirty="0">
            <a:solidFill>
              <a:schemeClr val="tx1"/>
            </a:solidFill>
          </a:endParaRPr>
        </a:p>
      </dgm:t>
    </dgm:pt>
    <dgm:pt modelId="{C42EF7C0-B2FE-496D-A332-036E7F9AE7CF}" type="parTrans" cxnId="{AAC214AD-E476-4265-8D2C-37CD1B07DEEA}">
      <dgm:prSet/>
      <dgm:spPr/>
      <dgm:t>
        <a:bodyPr/>
        <a:lstStyle/>
        <a:p>
          <a:endParaRPr lang="en-US"/>
        </a:p>
      </dgm:t>
    </dgm:pt>
    <dgm:pt modelId="{69D635BD-9DA6-4D94-A76C-33FBEC879806}" type="sibTrans" cxnId="{AAC214AD-E476-4265-8D2C-37CD1B07DEEA}">
      <dgm:prSet/>
      <dgm:spPr/>
      <dgm:t>
        <a:bodyPr/>
        <a:lstStyle/>
        <a:p>
          <a:endParaRPr lang="en-US"/>
        </a:p>
      </dgm:t>
    </dgm:pt>
    <dgm:pt modelId="{41107B4B-6903-4E02-8091-B9F9D375D578}">
      <dgm:prSet/>
      <dgm:spPr/>
      <dgm:t>
        <a:bodyPr/>
        <a:lstStyle/>
        <a:p>
          <a:r>
            <a:rPr lang="en-US"/>
            <a:t>Topic 3: Lead Time vs. Processing Time</a:t>
          </a:r>
        </a:p>
      </dgm:t>
    </dgm:pt>
    <dgm:pt modelId="{29F4BB12-4E96-4848-9B7A-87CDB2CF1DF1}" type="parTrans" cxnId="{9DC276F5-EDBA-4F05-AA6B-2B6C5859F19B}">
      <dgm:prSet/>
      <dgm:spPr/>
      <dgm:t>
        <a:bodyPr/>
        <a:lstStyle/>
        <a:p>
          <a:endParaRPr lang="en-US"/>
        </a:p>
      </dgm:t>
    </dgm:pt>
    <dgm:pt modelId="{C497C767-36DC-4F24-9614-D888B93C3A66}" type="sibTrans" cxnId="{9DC276F5-EDBA-4F05-AA6B-2B6C5859F19B}">
      <dgm:prSet/>
      <dgm:spPr/>
      <dgm:t>
        <a:bodyPr/>
        <a:lstStyle/>
        <a:p>
          <a:endParaRPr lang="en-US"/>
        </a:p>
      </dgm:t>
    </dgm:pt>
    <dgm:pt modelId="{EC778E1D-B1FD-4650-8CFA-840773FC032A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hlinkClick xmlns:r="http://schemas.openxmlformats.org/officeDocument/2006/relationships"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Graphic</a:t>
          </a:r>
          <a:endParaRPr lang="en-US" dirty="0">
            <a:solidFill>
              <a:schemeClr val="tx1"/>
            </a:solidFill>
          </a:endParaRPr>
        </a:p>
      </dgm:t>
    </dgm:pt>
    <dgm:pt modelId="{76A1847D-8E72-4410-B40F-B42E03FE6593}" type="parTrans" cxnId="{5A4B5F9A-77C5-4AAC-AE73-D78D08F03EE8}">
      <dgm:prSet/>
      <dgm:spPr/>
      <dgm:t>
        <a:bodyPr/>
        <a:lstStyle/>
        <a:p>
          <a:endParaRPr lang="en-US"/>
        </a:p>
      </dgm:t>
    </dgm:pt>
    <dgm:pt modelId="{9EAC737D-4D50-4BFB-9F61-74384993970C}" type="sibTrans" cxnId="{5A4B5F9A-77C5-4AAC-AE73-D78D08F03EE8}">
      <dgm:prSet/>
      <dgm:spPr/>
      <dgm:t>
        <a:bodyPr/>
        <a:lstStyle/>
        <a:p>
          <a:endParaRPr lang="en-US"/>
        </a:p>
      </dgm:t>
    </dgm:pt>
    <dgm:pt modelId="{EB92D9FF-047E-45BE-9D8B-85ED43BA262F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hlinkClick xmlns:r="http://schemas.openxmlformats.org/officeDocument/2006/relationships" r:id="rId4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Comparison</a:t>
          </a:r>
          <a:endParaRPr lang="en-US" dirty="0">
            <a:solidFill>
              <a:schemeClr val="tx1"/>
            </a:solidFill>
          </a:endParaRPr>
        </a:p>
      </dgm:t>
    </dgm:pt>
    <dgm:pt modelId="{11E951A4-D93F-4569-9F41-4DB6DE48B787}" type="parTrans" cxnId="{281B1C4C-9439-46AD-80AC-550374D0140F}">
      <dgm:prSet/>
      <dgm:spPr/>
      <dgm:t>
        <a:bodyPr/>
        <a:lstStyle/>
        <a:p>
          <a:endParaRPr lang="en-US"/>
        </a:p>
      </dgm:t>
    </dgm:pt>
    <dgm:pt modelId="{E0EDE020-6E33-4B0F-B768-3305D208E477}" type="sibTrans" cxnId="{281B1C4C-9439-46AD-80AC-550374D0140F}">
      <dgm:prSet/>
      <dgm:spPr/>
      <dgm:t>
        <a:bodyPr/>
        <a:lstStyle/>
        <a:p>
          <a:endParaRPr lang="en-US"/>
        </a:p>
      </dgm:t>
    </dgm:pt>
    <dgm:pt modelId="{BEA6B532-AB19-4517-8E56-3AF211F60750}">
      <dgm:prSet/>
      <dgm:spPr/>
      <dgm:t>
        <a:bodyPr/>
        <a:lstStyle/>
        <a:p>
          <a:r>
            <a:rPr lang="en-US" dirty="0"/>
            <a:t>Topic 4: </a:t>
          </a:r>
        </a:p>
        <a:p>
          <a:r>
            <a:rPr lang="en-US" dirty="0">
              <a:solidFill>
                <a:schemeClr val="tx1"/>
              </a:solidFill>
              <a:hlinkClick xmlns:r="http://schemas.openxmlformats.org/officeDocument/2006/relationships" r:id="rId5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The Common Scenario: Lead Time Requiring Months</a:t>
          </a:r>
          <a:endParaRPr lang="en-US" dirty="0">
            <a:solidFill>
              <a:schemeClr val="tx1"/>
            </a:solidFill>
          </a:endParaRPr>
        </a:p>
      </dgm:t>
    </dgm:pt>
    <dgm:pt modelId="{976694EB-BF4F-42F3-B7BF-8E6DDEFF8C54}" type="parTrans" cxnId="{CB8295A5-4A57-49CE-87FE-FB1C258D7CAF}">
      <dgm:prSet/>
      <dgm:spPr/>
      <dgm:t>
        <a:bodyPr/>
        <a:lstStyle/>
        <a:p>
          <a:endParaRPr lang="en-US"/>
        </a:p>
      </dgm:t>
    </dgm:pt>
    <dgm:pt modelId="{7F5D361C-F670-4BB1-80B3-1071BEF857BE}" type="sibTrans" cxnId="{CB8295A5-4A57-49CE-87FE-FB1C258D7CAF}">
      <dgm:prSet/>
      <dgm:spPr/>
      <dgm:t>
        <a:bodyPr/>
        <a:lstStyle/>
        <a:p>
          <a:endParaRPr lang="en-US"/>
        </a:p>
      </dgm:t>
    </dgm:pt>
    <dgm:pt modelId="{03903604-88AA-4973-BC7A-25CE6D805332}">
      <dgm:prSet/>
      <dgm:spPr/>
      <dgm:t>
        <a:bodyPr/>
        <a:lstStyle/>
        <a:p>
          <a:r>
            <a:rPr lang="en-US"/>
            <a:t>Topic 5: The Ideal Scenario</a:t>
          </a:r>
        </a:p>
      </dgm:t>
    </dgm:pt>
    <dgm:pt modelId="{A38CDA94-9EEB-4D17-A2BF-D594854715A0}" type="parTrans" cxnId="{67F9C470-B5DA-49F3-96C3-75438AE1B9AC}">
      <dgm:prSet/>
      <dgm:spPr/>
      <dgm:t>
        <a:bodyPr/>
        <a:lstStyle/>
        <a:p>
          <a:endParaRPr lang="en-US"/>
        </a:p>
      </dgm:t>
    </dgm:pt>
    <dgm:pt modelId="{BF573C8E-0229-468B-8B85-9FD723C69780}" type="sibTrans" cxnId="{67F9C470-B5DA-49F3-96C3-75438AE1B9AC}">
      <dgm:prSet/>
      <dgm:spPr/>
      <dgm:t>
        <a:bodyPr/>
        <a:lstStyle/>
        <a:p>
          <a:endParaRPr lang="en-US"/>
        </a:p>
      </dgm:t>
    </dgm:pt>
    <dgm:pt modelId="{F329D471-B875-4326-8B94-277C1938F977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hlinkClick xmlns:r="http://schemas.openxmlformats.org/officeDocument/2006/relationships" r:id="rId6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Description</a:t>
          </a:r>
          <a:endParaRPr lang="en-US" dirty="0">
            <a:solidFill>
              <a:schemeClr val="tx1"/>
            </a:solidFill>
          </a:endParaRPr>
        </a:p>
      </dgm:t>
    </dgm:pt>
    <dgm:pt modelId="{FB4BFC56-8520-41D6-A384-1884F8613333}" type="parTrans" cxnId="{0BD8647C-F5DF-4429-B359-A87AC1C14B2A}">
      <dgm:prSet/>
      <dgm:spPr/>
      <dgm:t>
        <a:bodyPr/>
        <a:lstStyle/>
        <a:p>
          <a:endParaRPr lang="en-US"/>
        </a:p>
      </dgm:t>
    </dgm:pt>
    <dgm:pt modelId="{FBA18C22-8570-4D8C-B941-E8C7E5E06473}" type="sibTrans" cxnId="{0BD8647C-F5DF-4429-B359-A87AC1C14B2A}">
      <dgm:prSet/>
      <dgm:spPr/>
      <dgm:t>
        <a:bodyPr/>
        <a:lstStyle/>
        <a:p>
          <a:endParaRPr lang="en-US"/>
        </a:p>
      </dgm:t>
    </dgm:pt>
    <dgm:pt modelId="{5DCF58C8-8FC8-430E-AC99-89B20AE9A0B7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hlinkClick xmlns:r="http://schemas.openxmlformats.org/officeDocument/2006/relationships" r:id="rId7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Graphic</a:t>
          </a:r>
          <a:endParaRPr lang="en-US" dirty="0">
            <a:solidFill>
              <a:schemeClr val="tx1"/>
            </a:solidFill>
          </a:endParaRPr>
        </a:p>
      </dgm:t>
    </dgm:pt>
    <dgm:pt modelId="{B3D3A69E-3C9C-452A-BDE5-AB0C8D086314}" type="parTrans" cxnId="{8E3E577A-BE51-4002-AD99-4335867A1833}">
      <dgm:prSet/>
      <dgm:spPr/>
      <dgm:t>
        <a:bodyPr/>
        <a:lstStyle/>
        <a:p>
          <a:endParaRPr lang="en-US"/>
        </a:p>
      </dgm:t>
    </dgm:pt>
    <dgm:pt modelId="{41A3E29B-39E6-4F5E-B882-C63E7C06BDB8}" type="sibTrans" cxnId="{8E3E577A-BE51-4002-AD99-4335867A1833}">
      <dgm:prSet/>
      <dgm:spPr/>
      <dgm:t>
        <a:bodyPr/>
        <a:lstStyle/>
        <a:p>
          <a:endParaRPr lang="en-US"/>
        </a:p>
      </dgm:t>
    </dgm:pt>
    <dgm:pt modelId="{B7B34591-7867-483F-99BA-A995E033CE5D}">
      <dgm:prSet/>
      <dgm:spPr/>
      <dgm:t>
        <a:bodyPr/>
        <a:lstStyle/>
        <a:p>
          <a:r>
            <a:rPr lang="en-US"/>
            <a:t>Topic 6: The Three Ways</a:t>
          </a:r>
        </a:p>
      </dgm:t>
    </dgm:pt>
    <dgm:pt modelId="{A10AD48B-B688-4BF3-8A90-88B2C054FD3E}" type="parTrans" cxnId="{5AD1586E-709A-4D90-8014-4DA35494578D}">
      <dgm:prSet/>
      <dgm:spPr/>
      <dgm:t>
        <a:bodyPr/>
        <a:lstStyle/>
        <a:p>
          <a:endParaRPr lang="en-US"/>
        </a:p>
      </dgm:t>
    </dgm:pt>
    <dgm:pt modelId="{447CFD9E-A83D-4FCB-B174-4E4EFD70AE9D}" type="sibTrans" cxnId="{5AD1586E-709A-4D90-8014-4DA35494578D}">
      <dgm:prSet/>
      <dgm:spPr/>
      <dgm:t>
        <a:bodyPr/>
        <a:lstStyle/>
        <a:p>
          <a:endParaRPr lang="en-US"/>
        </a:p>
      </dgm:t>
    </dgm:pt>
    <dgm:pt modelId="{953139EF-5C11-4551-BAC3-E1C6978A9D35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hlinkClick xmlns:r="http://schemas.openxmlformats.org/officeDocument/2006/relationships" r:id="rId8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Description</a:t>
          </a:r>
          <a:endParaRPr lang="en-US" dirty="0">
            <a:solidFill>
              <a:schemeClr val="tx1"/>
            </a:solidFill>
          </a:endParaRPr>
        </a:p>
      </dgm:t>
    </dgm:pt>
    <dgm:pt modelId="{DA9CD9BB-550A-4716-8D1F-98AC1B01E03F}" type="parTrans" cxnId="{EC0F653D-F610-4514-A1BC-5930688214CE}">
      <dgm:prSet/>
      <dgm:spPr/>
      <dgm:t>
        <a:bodyPr/>
        <a:lstStyle/>
        <a:p>
          <a:endParaRPr lang="en-US"/>
        </a:p>
      </dgm:t>
    </dgm:pt>
    <dgm:pt modelId="{E4F1DE26-C990-47E0-A16F-29D6120A8F57}" type="sibTrans" cxnId="{EC0F653D-F610-4514-A1BC-5930688214CE}">
      <dgm:prSet/>
      <dgm:spPr/>
      <dgm:t>
        <a:bodyPr/>
        <a:lstStyle/>
        <a:p>
          <a:endParaRPr lang="en-US"/>
        </a:p>
      </dgm:t>
    </dgm:pt>
    <dgm:pt modelId="{3FF6BB56-D458-4B03-BD70-7B58A3BACDFC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hlinkClick xmlns:r="http://schemas.openxmlformats.org/officeDocument/2006/relationships" r:id="rId9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The First Way</a:t>
          </a:r>
          <a:endParaRPr lang="en-US" dirty="0">
            <a:solidFill>
              <a:schemeClr val="tx1"/>
            </a:solidFill>
          </a:endParaRPr>
        </a:p>
      </dgm:t>
    </dgm:pt>
    <dgm:pt modelId="{A96E5C61-A9CA-4E28-8337-F6194DDCE922}" type="parTrans" cxnId="{41F027D2-464E-4D77-A348-1854C0A91273}">
      <dgm:prSet/>
      <dgm:spPr/>
      <dgm:t>
        <a:bodyPr/>
        <a:lstStyle/>
        <a:p>
          <a:endParaRPr lang="en-US"/>
        </a:p>
      </dgm:t>
    </dgm:pt>
    <dgm:pt modelId="{5684B3ED-5EEA-4217-BC9F-CA9D2E959691}" type="sibTrans" cxnId="{41F027D2-464E-4D77-A348-1854C0A91273}">
      <dgm:prSet/>
      <dgm:spPr/>
      <dgm:t>
        <a:bodyPr/>
        <a:lstStyle/>
        <a:p>
          <a:endParaRPr lang="en-US"/>
        </a:p>
      </dgm:t>
    </dgm:pt>
    <dgm:pt modelId="{C28250F3-DFA9-4169-91E2-0C835142CE9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hlinkClick xmlns:r="http://schemas.openxmlformats.org/officeDocument/2006/relationships" r:id="rId10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The Second Way</a:t>
          </a:r>
          <a:endParaRPr lang="en-US" dirty="0">
            <a:solidFill>
              <a:schemeClr val="tx1"/>
            </a:solidFill>
          </a:endParaRPr>
        </a:p>
      </dgm:t>
    </dgm:pt>
    <dgm:pt modelId="{22F53563-FA9C-46E6-A5A0-8453462CBAE4}" type="parTrans" cxnId="{AC6B7EA0-AF6D-4FB5-9D3E-02875B681A97}">
      <dgm:prSet/>
      <dgm:spPr/>
      <dgm:t>
        <a:bodyPr/>
        <a:lstStyle/>
        <a:p>
          <a:endParaRPr lang="en-US"/>
        </a:p>
      </dgm:t>
    </dgm:pt>
    <dgm:pt modelId="{80DC6969-9446-4129-A7C7-26C0019D51AF}" type="sibTrans" cxnId="{AC6B7EA0-AF6D-4FB5-9D3E-02875B681A97}">
      <dgm:prSet/>
      <dgm:spPr/>
      <dgm:t>
        <a:bodyPr/>
        <a:lstStyle/>
        <a:p>
          <a:endParaRPr lang="en-US"/>
        </a:p>
      </dgm:t>
    </dgm:pt>
    <dgm:pt modelId="{D94AD5F7-BD2C-4998-97D0-0FFEC6982BAB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hlinkClick xmlns:r="http://schemas.openxmlformats.org/officeDocument/2006/relationships" r:id="rId11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The Third Way</a:t>
          </a:r>
          <a:endParaRPr lang="en-US" dirty="0">
            <a:solidFill>
              <a:schemeClr val="tx1"/>
            </a:solidFill>
          </a:endParaRPr>
        </a:p>
      </dgm:t>
    </dgm:pt>
    <dgm:pt modelId="{AB26C940-F8EA-47DE-9F70-DCE1E9F30E90}" type="parTrans" cxnId="{5D0BB259-AF06-4C4C-929A-2B6C7FAFBFD4}">
      <dgm:prSet/>
      <dgm:spPr/>
      <dgm:t>
        <a:bodyPr/>
        <a:lstStyle/>
        <a:p>
          <a:endParaRPr lang="en-US"/>
        </a:p>
      </dgm:t>
    </dgm:pt>
    <dgm:pt modelId="{01F82A0F-4CB8-4FCB-85D7-54D1E1738890}" type="sibTrans" cxnId="{5D0BB259-AF06-4C4C-929A-2B6C7FAFBFD4}">
      <dgm:prSet/>
      <dgm:spPr/>
      <dgm:t>
        <a:bodyPr/>
        <a:lstStyle/>
        <a:p>
          <a:endParaRPr lang="en-US"/>
        </a:p>
      </dgm:t>
    </dgm:pt>
    <dgm:pt modelId="{5D7D6BF7-5F66-48BE-8B51-71E3F399A545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hlinkClick xmlns:r="http://schemas.openxmlformats.org/officeDocument/2006/relationships" r:id="rId12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Citation</a:t>
          </a:r>
          <a:endParaRPr lang="en-US" dirty="0">
            <a:solidFill>
              <a:schemeClr val="tx1"/>
            </a:solidFill>
          </a:endParaRPr>
        </a:p>
      </dgm:t>
    </dgm:pt>
    <dgm:pt modelId="{0411F188-0552-464C-B05B-96B90D985A21}" type="parTrans" cxnId="{54531C63-3256-4304-9168-3AA0ADF053DA}">
      <dgm:prSet/>
      <dgm:spPr/>
      <dgm:t>
        <a:bodyPr/>
        <a:lstStyle/>
        <a:p>
          <a:endParaRPr lang="en-US"/>
        </a:p>
      </dgm:t>
    </dgm:pt>
    <dgm:pt modelId="{7E74CF36-9092-4E77-AB9F-F094061126D1}" type="sibTrans" cxnId="{54531C63-3256-4304-9168-3AA0ADF053DA}">
      <dgm:prSet/>
      <dgm:spPr/>
      <dgm:t>
        <a:bodyPr/>
        <a:lstStyle/>
        <a:p>
          <a:endParaRPr lang="en-US"/>
        </a:p>
      </dgm:t>
    </dgm:pt>
    <dgm:pt modelId="{C345286C-2BD2-4983-A260-8E4EAE3BFCE5}" type="pres">
      <dgm:prSet presAssocID="{1E4A900F-9B4C-44B0-B9AA-F7650C85E18A}" presName="Name0" presStyleCnt="0">
        <dgm:presLayoutVars>
          <dgm:dir/>
          <dgm:resizeHandles val="exact"/>
        </dgm:presLayoutVars>
      </dgm:prSet>
      <dgm:spPr/>
    </dgm:pt>
    <dgm:pt modelId="{C2F4B7CB-8284-43EC-A40A-C74F93839EF8}" type="pres">
      <dgm:prSet presAssocID="{214A97EA-E6BC-47E1-8937-015490165FBD}" presName="node" presStyleLbl="node1" presStyleIdx="0" presStyleCnt="7">
        <dgm:presLayoutVars>
          <dgm:bulletEnabled val="1"/>
        </dgm:presLayoutVars>
      </dgm:prSet>
      <dgm:spPr/>
    </dgm:pt>
    <dgm:pt modelId="{C28A6DD4-FCD5-4FD4-A0EF-B2487E3FFDB4}" type="pres">
      <dgm:prSet presAssocID="{C3EDBFC8-9FC5-4991-9470-D0A2C9B8DE78}" presName="sibTrans" presStyleLbl="sibTrans1D1" presStyleIdx="0" presStyleCnt="6"/>
      <dgm:spPr/>
    </dgm:pt>
    <dgm:pt modelId="{B3815759-859C-423A-94EB-10E903D10136}" type="pres">
      <dgm:prSet presAssocID="{C3EDBFC8-9FC5-4991-9470-D0A2C9B8DE78}" presName="connectorText" presStyleLbl="sibTrans1D1" presStyleIdx="0" presStyleCnt="6"/>
      <dgm:spPr/>
    </dgm:pt>
    <dgm:pt modelId="{EEAD4670-C7AF-4B8C-A5DE-6FD98E4F8615}" type="pres">
      <dgm:prSet presAssocID="{A13A5E37-2825-48BA-9D4E-7BD2C15116FD}" presName="node" presStyleLbl="node1" presStyleIdx="1" presStyleCnt="7">
        <dgm:presLayoutVars>
          <dgm:bulletEnabled val="1"/>
        </dgm:presLayoutVars>
      </dgm:prSet>
      <dgm:spPr/>
    </dgm:pt>
    <dgm:pt modelId="{DD5B347D-96C7-4D15-9E6B-ECCA3D1D5B22}" type="pres">
      <dgm:prSet presAssocID="{69D635BD-9DA6-4D94-A76C-33FBEC879806}" presName="sibTrans" presStyleLbl="sibTrans1D1" presStyleIdx="1" presStyleCnt="6"/>
      <dgm:spPr/>
    </dgm:pt>
    <dgm:pt modelId="{A411E51E-C466-4D48-972D-1D8C59A553A6}" type="pres">
      <dgm:prSet presAssocID="{69D635BD-9DA6-4D94-A76C-33FBEC879806}" presName="connectorText" presStyleLbl="sibTrans1D1" presStyleIdx="1" presStyleCnt="6"/>
      <dgm:spPr/>
    </dgm:pt>
    <dgm:pt modelId="{64EDF6B7-B6AD-40CC-98F2-698365A6CC95}" type="pres">
      <dgm:prSet presAssocID="{41107B4B-6903-4E02-8091-B9F9D375D578}" presName="node" presStyleLbl="node1" presStyleIdx="2" presStyleCnt="7">
        <dgm:presLayoutVars>
          <dgm:bulletEnabled val="1"/>
        </dgm:presLayoutVars>
      </dgm:prSet>
      <dgm:spPr/>
    </dgm:pt>
    <dgm:pt modelId="{8BE8632C-4E34-43D1-8D50-591B09800074}" type="pres">
      <dgm:prSet presAssocID="{C497C767-36DC-4F24-9614-D888B93C3A66}" presName="sibTrans" presStyleLbl="sibTrans1D1" presStyleIdx="2" presStyleCnt="6"/>
      <dgm:spPr/>
    </dgm:pt>
    <dgm:pt modelId="{38CC3A77-346B-4916-AD53-E40751F7BCEF}" type="pres">
      <dgm:prSet presAssocID="{C497C767-36DC-4F24-9614-D888B93C3A66}" presName="connectorText" presStyleLbl="sibTrans1D1" presStyleIdx="2" presStyleCnt="6"/>
      <dgm:spPr/>
    </dgm:pt>
    <dgm:pt modelId="{7D725FC2-02A9-458F-9BA4-ECFEACA841C0}" type="pres">
      <dgm:prSet presAssocID="{BEA6B532-AB19-4517-8E56-3AF211F60750}" presName="node" presStyleLbl="node1" presStyleIdx="3" presStyleCnt="7">
        <dgm:presLayoutVars>
          <dgm:bulletEnabled val="1"/>
        </dgm:presLayoutVars>
      </dgm:prSet>
      <dgm:spPr/>
    </dgm:pt>
    <dgm:pt modelId="{096F7DF7-446B-4C78-8937-A3E53F480064}" type="pres">
      <dgm:prSet presAssocID="{7F5D361C-F670-4BB1-80B3-1071BEF857BE}" presName="sibTrans" presStyleLbl="sibTrans1D1" presStyleIdx="3" presStyleCnt="6"/>
      <dgm:spPr/>
    </dgm:pt>
    <dgm:pt modelId="{9CFA59C9-6E41-459A-9F87-784F4CF081C0}" type="pres">
      <dgm:prSet presAssocID="{7F5D361C-F670-4BB1-80B3-1071BEF857BE}" presName="connectorText" presStyleLbl="sibTrans1D1" presStyleIdx="3" presStyleCnt="6"/>
      <dgm:spPr/>
    </dgm:pt>
    <dgm:pt modelId="{B0E25A8E-05A2-445D-BB54-33E89766147D}" type="pres">
      <dgm:prSet presAssocID="{03903604-88AA-4973-BC7A-25CE6D805332}" presName="node" presStyleLbl="node1" presStyleIdx="4" presStyleCnt="7">
        <dgm:presLayoutVars>
          <dgm:bulletEnabled val="1"/>
        </dgm:presLayoutVars>
      </dgm:prSet>
      <dgm:spPr/>
    </dgm:pt>
    <dgm:pt modelId="{3DF97427-602F-4506-B8AF-38198DB90119}" type="pres">
      <dgm:prSet presAssocID="{BF573C8E-0229-468B-8B85-9FD723C69780}" presName="sibTrans" presStyleLbl="sibTrans1D1" presStyleIdx="4" presStyleCnt="6"/>
      <dgm:spPr/>
    </dgm:pt>
    <dgm:pt modelId="{B0A5ED65-7BA6-4C2F-83CD-F8BD69E34237}" type="pres">
      <dgm:prSet presAssocID="{BF573C8E-0229-468B-8B85-9FD723C69780}" presName="connectorText" presStyleLbl="sibTrans1D1" presStyleIdx="4" presStyleCnt="6"/>
      <dgm:spPr/>
    </dgm:pt>
    <dgm:pt modelId="{46F548B4-9B3E-43BA-9031-7AEC042EB575}" type="pres">
      <dgm:prSet presAssocID="{B7B34591-7867-483F-99BA-A995E033CE5D}" presName="node" presStyleLbl="node1" presStyleIdx="5" presStyleCnt="7">
        <dgm:presLayoutVars>
          <dgm:bulletEnabled val="1"/>
        </dgm:presLayoutVars>
      </dgm:prSet>
      <dgm:spPr/>
    </dgm:pt>
    <dgm:pt modelId="{EF604FC1-7D9B-4148-BA5C-0AB747AFACC2}" type="pres">
      <dgm:prSet presAssocID="{447CFD9E-A83D-4FCB-B174-4E4EFD70AE9D}" presName="sibTrans" presStyleLbl="sibTrans1D1" presStyleIdx="5" presStyleCnt="6"/>
      <dgm:spPr/>
    </dgm:pt>
    <dgm:pt modelId="{9FB28C54-F009-4ACF-A190-E9A23A1168DA}" type="pres">
      <dgm:prSet presAssocID="{447CFD9E-A83D-4FCB-B174-4E4EFD70AE9D}" presName="connectorText" presStyleLbl="sibTrans1D1" presStyleIdx="5" presStyleCnt="6"/>
      <dgm:spPr/>
    </dgm:pt>
    <dgm:pt modelId="{4AD765B5-D091-4BCF-8E01-C3BED89F0F33}" type="pres">
      <dgm:prSet presAssocID="{5D7D6BF7-5F66-48BE-8B51-71E3F399A545}" presName="node" presStyleLbl="node1" presStyleIdx="6" presStyleCnt="7">
        <dgm:presLayoutVars>
          <dgm:bulletEnabled val="1"/>
        </dgm:presLayoutVars>
      </dgm:prSet>
      <dgm:spPr/>
    </dgm:pt>
  </dgm:ptLst>
  <dgm:cxnLst>
    <dgm:cxn modelId="{CE09BE15-76A8-46A6-B42B-A10BF041433A}" type="presOf" srcId="{41107B4B-6903-4E02-8091-B9F9D375D578}" destId="{64EDF6B7-B6AD-40CC-98F2-698365A6CC95}" srcOrd="0" destOrd="0" presId="urn:microsoft.com/office/officeart/2016/7/layout/RepeatingBendingProcessNew"/>
    <dgm:cxn modelId="{F12C8E19-7217-4B69-880B-5F79D5953B88}" type="presOf" srcId="{BEA6B532-AB19-4517-8E56-3AF211F60750}" destId="{7D725FC2-02A9-458F-9BA4-ECFEACA841C0}" srcOrd="0" destOrd="0" presId="urn:microsoft.com/office/officeart/2016/7/layout/RepeatingBendingProcessNew"/>
    <dgm:cxn modelId="{654D2E25-9ABC-4085-8C99-0F1E201676DC}" type="presOf" srcId="{BF573C8E-0229-468B-8B85-9FD723C69780}" destId="{B0A5ED65-7BA6-4C2F-83CD-F8BD69E34237}" srcOrd="1" destOrd="0" presId="urn:microsoft.com/office/officeart/2016/7/layout/RepeatingBendingProcessNew"/>
    <dgm:cxn modelId="{8C417738-4EBB-4773-846A-BB201EB1E3C3}" type="presOf" srcId="{7F5D361C-F670-4BB1-80B3-1071BEF857BE}" destId="{096F7DF7-446B-4C78-8937-A3E53F480064}" srcOrd="0" destOrd="0" presId="urn:microsoft.com/office/officeart/2016/7/layout/RepeatingBendingProcessNew"/>
    <dgm:cxn modelId="{AA76D139-3D48-40C9-B57A-E65A2FEBDC9B}" type="presOf" srcId="{214A97EA-E6BC-47E1-8937-015490165FBD}" destId="{C2F4B7CB-8284-43EC-A40A-C74F93839EF8}" srcOrd="0" destOrd="0" presId="urn:microsoft.com/office/officeart/2016/7/layout/RepeatingBendingProcessNew"/>
    <dgm:cxn modelId="{EC0F653D-F610-4514-A1BC-5930688214CE}" srcId="{B7B34591-7867-483F-99BA-A995E033CE5D}" destId="{953139EF-5C11-4551-BAC3-E1C6978A9D35}" srcOrd="0" destOrd="0" parTransId="{DA9CD9BB-550A-4716-8D1F-98AC1B01E03F}" sibTransId="{E4F1DE26-C990-47E0-A16F-29D6120A8F57}"/>
    <dgm:cxn modelId="{C8741F5E-3429-4D46-8530-4F11517D207A}" type="presOf" srcId="{C497C767-36DC-4F24-9614-D888B93C3A66}" destId="{8BE8632C-4E34-43D1-8D50-591B09800074}" srcOrd="0" destOrd="0" presId="urn:microsoft.com/office/officeart/2016/7/layout/RepeatingBendingProcessNew"/>
    <dgm:cxn modelId="{54531C63-3256-4304-9168-3AA0ADF053DA}" srcId="{1E4A900F-9B4C-44B0-B9AA-F7650C85E18A}" destId="{5D7D6BF7-5F66-48BE-8B51-71E3F399A545}" srcOrd="6" destOrd="0" parTransId="{0411F188-0552-464C-B05B-96B90D985A21}" sibTransId="{7E74CF36-9092-4E77-AB9F-F094061126D1}"/>
    <dgm:cxn modelId="{D1700B4B-AB4B-4B10-AC75-0F54ED730C9E}" type="presOf" srcId="{D94AD5F7-BD2C-4998-97D0-0FFEC6982BAB}" destId="{46F548B4-9B3E-43BA-9031-7AEC042EB575}" srcOrd="0" destOrd="4" presId="urn:microsoft.com/office/officeart/2016/7/layout/RepeatingBendingProcessNew"/>
    <dgm:cxn modelId="{0731E34B-7A18-4120-8F08-3F9A916F7552}" type="presOf" srcId="{953139EF-5C11-4551-BAC3-E1C6978A9D35}" destId="{46F548B4-9B3E-43BA-9031-7AEC042EB575}" srcOrd="0" destOrd="1" presId="urn:microsoft.com/office/officeart/2016/7/layout/RepeatingBendingProcessNew"/>
    <dgm:cxn modelId="{281B1C4C-9439-46AD-80AC-550374D0140F}" srcId="{41107B4B-6903-4E02-8091-B9F9D375D578}" destId="{EB92D9FF-047E-45BE-9D8B-85ED43BA262F}" srcOrd="1" destOrd="0" parTransId="{11E951A4-D93F-4569-9F41-4DB6DE48B787}" sibTransId="{E0EDE020-6E33-4B0F-B768-3305D208E477}"/>
    <dgm:cxn modelId="{5AD1586E-709A-4D90-8014-4DA35494578D}" srcId="{1E4A900F-9B4C-44B0-B9AA-F7650C85E18A}" destId="{B7B34591-7867-483F-99BA-A995E033CE5D}" srcOrd="5" destOrd="0" parTransId="{A10AD48B-B688-4BF3-8A90-88B2C054FD3E}" sibTransId="{447CFD9E-A83D-4FCB-B174-4E4EFD70AE9D}"/>
    <dgm:cxn modelId="{4266084F-DB6C-4B8C-B9EF-2E6F67EA1AE1}" type="presOf" srcId="{A13A5E37-2825-48BA-9D4E-7BD2C15116FD}" destId="{EEAD4670-C7AF-4B8C-A5DE-6FD98E4F8615}" srcOrd="0" destOrd="0" presId="urn:microsoft.com/office/officeart/2016/7/layout/RepeatingBendingProcessNew"/>
    <dgm:cxn modelId="{67F9C470-B5DA-49F3-96C3-75438AE1B9AC}" srcId="{1E4A900F-9B4C-44B0-B9AA-F7650C85E18A}" destId="{03903604-88AA-4973-BC7A-25CE6D805332}" srcOrd="4" destOrd="0" parTransId="{A38CDA94-9EEB-4D17-A2BF-D594854715A0}" sibTransId="{BF573C8E-0229-468B-8B85-9FD723C69780}"/>
    <dgm:cxn modelId="{3EB9AD53-E279-4623-B9F9-8073083C54A3}" type="presOf" srcId="{C3EDBFC8-9FC5-4991-9470-D0A2C9B8DE78}" destId="{C28A6DD4-FCD5-4FD4-A0EF-B2487E3FFDB4}" srcOrd="0" destOrd="0" presId="urn:microsoft.com/office/officeart/2016/7/layout/RepeatingBendingProcessNew"/>
    <dgm:cxn modelId="{E8B7B355-DD1D-462B-A386-C34302734B3F}" type="presOf" srcId="{EC778E1D-B1FD-4650-8CFA-840773FC032A}" destId="{64EDF6B7-B6AD-40CC-98F2-698365A6CC95}" srcOrd="0" destOrd="1" presId="urn:microsoft.com/office/officeart/2016/7/layout/RepeatingBendingProcessNew"/>
    <dgm:cxn modelId="{5D0BB259-AF06-4C4C-929A-2B6C7FAFBFD4}" srcId="{B7B34591-7867-483F-99BA-A995E033CE5D}" destId="{D94AD5F7-BD2C-4998-97D0-0FFEC6982BAB}" srcOrd="3" destOrd="0" parTransId="{AB26C940-F8EA-47DE-9F70-DCE1E9F30E90}" sibTransId="{01F82A0F-4CB8-4FCB-85D7-54D1E1738890}"/>
    <dgm:cxn modelId="{8E3E577A-BE51-4002-AD99-4335867A1833}" srcId="{03903604-88AA-4973-BC7A-25CE6D805332}" destId="{5DCF58C8-8FC8-430E-AC99-89B20AE9A0B7}" srcOrd="1" destOrd="0" parTransId="{B3D3A69E-3C9C-452A-BDE5-AB0C8D086314}" sibTransId="{41A3E29B-39E6-4F5E-B882-C63E7C06BDB8}"/>
    <dgm:cxn modelId="{5F9DD77B-9B58-4A78-A44B-EF10239D481A}" type="presOf" srcId="{BF573C8E-0229-468B-8B85-9FD723C69780}" destId="{3DF97427-602F-4506-B8AF-38198DB90119}" srcOrd="0" destOrd="0" presId="urn:microsoft.com/office/officeart/2016/7/layout/RepeatingBendingProcessNew"/>
    <dgm:cxn modelId="{0BD8647C-F5DF-4429-B359-A87AC1C14B2A}" srcId="{03903604-88AA-4973-BC7A-25CE6D805332}" destId="{F329D471-B875-4326-8B94-277C1938F977}" srcOrd="0" destOrd="0" parTransId="{FB4BFC56-8520-41D6-A384-1884F8613333}" sibTransId="{FBA18C22-8570-4D8C-B941-E8C7E5E06473}"/>
    <dgm:cxn modelId="{430F8285-0460-4A8F-BE70-AB4969D1CC58}" type="presOf" srcId="{69D635BD-9DA6-4D94-A76C-33FBEC879806}" destId="{A411E51E-C466-4D48-972D-1D8C59A553A6}" srcOrd="1" destOrd="0" presId="urn:microsoft.com/office/officeart/2016/7/layout/RepeatingBendingProcessNew"/>
    <dgm:cxn modelId="{2D97918E-BB80-44F6-8438-8DEEA6478D5B}" type="presOf" srcId="{C497C767-36DC-4F24-9614-D888B93C3A66}" destId="{38CC3A77-346B-4916-AD53-E40751F7BCEF}" srcOrd="1" destOrd="0" presId="urn:microsoft.com/office/officeart/2016/7/layout/RepeatingBendingProcessNew"/>
    <dgm:cxn modelId="{29A2F898-4906-48C0-8022-25FC6DF28C65}" type="presOf" srcId="{03903604-88AA-4973-BC7A-25CE6D805332}" destId="{B0E25A8E-05A2-445D-BB54-33E89766147D}" srcOrd="0" destOrd="0" presId="urn:microsoft.com/office/officeart/2016/7/layout/RepeatingBendingProcessNew"/>
    <dgm:cxn modelId="{5A4B5F9A-77C5-4AAC-AE73-D78D08F03EE8}" srcId="{41107B4B-6903-4E02-8091-B9F9D375D578}" destId="{EC778E1D-B1FD-4650-8CFA-840773FC032A}" srcOrd="0" destOrd="0" parTransId="{76A1847D-8E72-4410-B40F-B42E03FE6593}" sibTransId="{9EAC737D-4D50-4BFB-9F61-74384993970C}"/>
    <dgm:cxn modelId="{3FBB559F-3170-4198-9159-0F4F418872CA}" type="presOf" srcId="{C3EDBFC8-9FC5-4991-9470-D0A2C9B8DE78}" destId="{B3815759-859C-423A-94EB-10E903D10136}" srcOrd="1" destOrd="0" presId="urn:microsoft.com/office/officeart/2016/7/layout/RepeatingBendingProcessNew"/>
    <dgm:cxn modelId="{AC6B7EA0-AF6D-4FB5-9D3E-02875B681A97}" srcId="{B7B34591-7867-483F-99BA-A995E033CE5D}" destId="{C28250F3-DFA9-4169-91E2-0C835142CE94}" srcOrd="2" destOrd="0" parTransId="{22F53563-FA9C-46E6-A5A0-8453462CBAE4}" sibTransId="{80DC6969-9446-4129-A7C7-26C0019D51AF}"/>
    <dgm:cxn modelId="{CB8295A5-4A57-49CE-87FE-FB1C258D7CAF}" srcId="{1E4A900F-9B4C-44B0-B9AA-F7650C85E18A}" destId="{BEA6B532-AB19-4517-8E56-3AF211F60750}" srcOrd="3" destOrd="0" parTransId="{976694EB-BF4F-42F3-B7BF-8E6DDEFF8C54}" sibTransId="{7F5D361C-F670-4BB1-80B3-1071BEF857BE}"/>
    <dgm:cxn modelId="{8A7DE9A9-E0C1-4EC6-A033-95ADB5BF1B89}" type="presOf" srcId="{EB92D9FF-047E-45BE-9D8B-85ED43BA262F}" destId="{64EDF6B7-B6AD-40CC-98F2-698365A6CC95}" srcOrd="0" destOrd="2" presId="urn:microsoft.com/office/officeart/2016/7/layout/RepeatingBendingProcessNew"/>
    <dgm:cxn modelId="{AAC214AD-E476-4265-8D2C-37CD1B07DEEA}" srcId="{1E4A900F-9B4C-44B0-B9AA-F7650C85E18A}" destId="{A13A5E37-2825-48BA-9D4E-7BD2C15116FD}" srcOrd="1" destOrd="0" parTransId="{C42EF7C0-B2FE-496D-A332-036E7F9AE7CF}" sibTransId="{69D635BD-9DA6-4D94-A76C-33FBEC879806}"/>
    <dgm:cxn modelId="{4E1575B5-7690-4433-B16D-54A9A2BE6FA7}" type="presOf" srcId="{69D635BD-9DA6-4D94-A76C-33FBEC879806}" destId="{DD5B347D-96C7-4D15-9E6B-ECCA3D1D5B22}" srcOrd="0" destOrd="0" presId="urn:microsoft.com/office/officeart/2016/7/layout/RepeatingBendingProcessNew"/>
    <dgm:cxn modelId="{EB6A0ABD-42CC-451D-AF7A-E21A45615E38}" type="presOf" srcId="{5D7D6BF7-5F66-48BE-8B51-71E3F399A545}" destId="{4AD765B5-D091-4BCF-8E01-C3BED89F0F33}" srcOrd="0" destOrd="0" presId="urn:microsoft.com/office/officeart/2016/7/layout/RepeatingBendingProcessNew"/>
    <dgm:cxn modelId="{CE4C4CC4-4DF5-4D46-B536-FEF926855D53}" type="presOf" srcId="{447CFD9E-A83D-4FCB-B174-4E4EFD70AE9D}" destId="{EF604FC1-7D9B-4148-BA5C-0AB747AFACC2}" srcOrd="0" destOrd="0" presId="urn:microsoft.com/office/officeart/2016/7/layout/RepeatingBendingProcessNew"/>
    <dgm:cxn modelId="{5EF42FCD-3D98-4D35-8998-42D10312543C}" type="presOf" srcId="{5DCF58C8-8FC8-430E-AC99-89B20AE9A0B7}" destId="{B0E25A8E-05A2-445D-BB54-33E89766147D}" srcOrd="0" destOrd="2" presId="urn:microsoft.com/office/officeart/2016/7/layout/RepeatingBendingProcessNew"/>
    <dgm:cxn modelId="{019866CE-9BFD-4A75-B773-FDE6FBD6EBB2}" type="presOf" srcId="{7F5D361C-F670-4BB1-80B3-1071BEF857BE}" destId="{9CFA59C9-6E41-459A-9F87-784F4CF081C0}" srcOrd="1" destOrd="0" presId="urn:microsoft.com/office/officeart/2016/7/layout/RepeatingBendingProcessNew"/>
    <dgm:cxn modelId="{E774B3D0-2AC4-4592-BC90-6B08331097F5}" type="presOf" srcId="{447CFD9E-A83D-4FCB-B174-4E4EFD70AE9D}" destId="{9FB28C54-F009-4ACF-A190-E9A23A1168DA}" srcOrd="1" destOrd="0" presId="urn:microsoft.com/office/officeart/2016/7/layout/RepeatingBendingProcessNew"/>
    <dgm:cxn modelId="{41F027D2-464E-4D77-A348-1854C0A91273}" srcId="{B7B34591-7867-483F-99BA-A995E033CE5D}" destId="{3FF6BB56-D458-4B03-BD70-7B58A3BACDFC}" srcOrd="1" destOrd="0" parTransId="{A96E5C61-A9CA-4E28-8337-F6194DDCE922}" sibTransId="{5684B3ED-5EEA-4217-BC9F-CA9D2E959691}"/>
    <dgm:cxn modelId="{0F7FC8D9-818F-45FD-ACAD-7CADDDD7CF01}" type="presOf" srcId="{F329D471-B875-4326-8B94-277C1938F977}" destId="{B0E25A8E-05A2-445D-BB54-33E89766147D}" srcOrd="0" destOrd="1" presId="urn:microsoft.com/office/officeart/2016/7/layout/RepeatingBendingProcessNew"/>
    <dgm:cxn modelId="{72E916DB-1D6B-43DD-8197-2A1326FC02D1}" type="presOf" srcId="{1E4A900F-9B4C-44B0-B9AA-F7650C85E18A}" destId="{C345286C-2BD2-4983-A260-8E4EAE3BFCE5}" srcOrd="0" destOrd="0" presId="urn:microsoft.com/office/officeart/2016/7/layout/RepeatingBendingProcessNew"/>
    <dgm:cxn modelId="{AC15E4ED-E46E-4719-9930-4F1247682BE5}" srcId="{1E4A900F-9B4C-44B0-B9AA-F7650C85E18A}" destId="{214A97EA-E6BC-47E1-8937-015490165FBD}" srcOrd="0" destOrd="0" parTransId="{D7E60039-E383-405A-9E6D-B7FD0E038B15}" sibTransId="{C3EDBFC8-9FC5-4991-9470-D0A2C9B8DE78}"/>
    <dgm:cxn modelId="{EB8E01F5-FA5A-438F-9614-AD03514FEEE6}" type="presOf" srcId="{B7B34591-7867-483F-99BA-A995E033CE5D}" destId="{46F548B4-9B3E-43BA-9031-7AEC042EB575}" srcOrd="0" destOrd="0" presId="urn:microsoft.com/office/officeart/2016/7/layout/RepeatingBendingProcessNew"/>
    <dgm:cxn modelId="{9DC276F5-EDBA-4F05-AA6B-2B6C5859F19B}" srcId="{1E4A900F-9B4C-44B0-B9AA-F7650C85E18A}" destId="{41107B4B-6903-4E02-8091-B9F9D375D578}" srcOrd="2" destOrd="0" parTransId="{29F4BB12-4E96-4848-9B7A-87CDB2CF1DF1}" sibTransId="{C497C767-36DC-4F24-9614-D888B93C3A66}"/>
    <dgm:cxn modelId="{34ACC3F8-2276-4609-BE42-14386DF893DF}" type="presOf" srcId="{C28250F3-DFA9-4169-91E2-0C835142CE94}" destId="{46F548B4-9B3E-43BA-9031-7AEC042EB575}" srcOrd="0" destOrd="3" presId="urn:microsoft.com/office/officeart/2016/7/layout/RepeatingBendingProcessNew"/>
    <dgm:cxn modelId="{BE289AFB-7504-402B-B75D-B08FD824596F}" type="presOf" srcId="{3FF6BB56-D458-4B03-BD70-7B58A3BACDFC}" destId="{46F548B4-9B3E-43BA-9031-7AEC042EB575}" srcOrd="0" destOrd="2" presId="urn:microsoft.com/office/officeart/2016/7/layout/RepeatingBendingProcessNew"/>
    <dgm:cxn modelId="{5721B137-CF0C-4440-9FFF-FD9812DF4229}" type="presParOf" srcId="{C345286C-2BD2-4983-A260-8E4EAE3BFCE5}" destId="{C2F4B7CB-8284-43EC-A40A-C74F93839EF8}" srcOrd="0" destOrd="0" presId="urn:microsoft.com/office/officeart/2016/7/layout/RepeatingBendingProcessNew"/>
    <dgm:cxn modelId="{307D73ED-6B2B-41A4-ADE7-638BF3DD3B0C}" type="presParOf" srcId="{C345286C-2BD2-4983-A260-8E4EAE3BFCE5}" destId="{C28A6DD4-FCD5-4FD4-A0EF-B2487E3FFDB4}" srcOrd="1" destOrd="0" presId="urn:microsoft.com/office/officeart/2016/7/layout/RepeatingBendingProcessNew"/>
    <dgm:cxn modelId="{43EC0DE2-CE2E-4077-B2CF-3D857D35C342}" type="presParOf" srcId="{C28A6DD4-FCD5-4FD4-A0EF-B2487E3FFDB4}" destId="{B3815759-859C-423A-94EB-10E903D10136}" srcOrd="0" destOrd="0" presId="urn:microsoft.com/office/officeart/2016/7/layout/RepeatingBendingProcessNew"/>
    <dgm:cxn modelId="{8E196F76-9ED2-4682-954B-183C27B905AF}" type="presParOf" srcId="{C345286C-2BD2-4983-A260-8E4EAE3BFCE5}" destId="{EEAD4670-C7AF-4B8C-A5DE-6FD98E4F8615}" srcOrd="2" destOrd="0" presId="urn:microsoft.com/office/officeart/2016/7/layout/RepeatingBendingProcessNew"/>
    <dgm:cxn modelId="{0A9E224E-9690-4587-83A3-0FF586BAFF34}" type="presParOf" srcId="{C345286C-2BD2-4983-A260-8E4EAE3BFCE5}" destId="{DD5B347D-96C7-4D15-9E6B-ECCA3D1D5B22}" srcOrd="3" destOrd="0" presId="urn:microsoft.com/office/officeart/2016/7/layout/RepeatingBendingProcessNew"/>
    <dgm:cxn modelId="{B71A473B-6187-4929-92A5-7A1F594F0B10}" type="presParOf" srcId="{DD5B347D-96C7-4D15-9E6B-ECCA3D1D5B22}" destId="{A411E51E-C466-4D48-972D-1D8C59A553A6}" srcOrd="0" destOrd="0" presId="urn:microsoft.com/office/officeart/2016/7/layout/RepeatingBendingProcessNew"/>
    <dgm:cxn modelId="{A5205277-2418-4333-94A7-B57C8E4AC6F6}" type="presParOf" srcId="{C345286C-2BD2-4983-A260-8E4EAE3BFCE5}" destId="{64EDF6B7-B6AD-40CC-98F2-698365A6CC95}" srcOrd="4" destOrd="0" presId="urn:microsoft.com/office/officeart/2016/7/layout/RepeatingBendingProcessNew"/>
    <dgm:cxn modelId="{C576B547-B9AC-4FD5-A240-F52A16B80BC5}" type="presParOf" srcId="{C345286C-2BD2-4983-A260-8E4EAE3BFCE5}" destId="{8BE8632C-4E34-43D1-8D50-591B09800074}" srcOrd="5" destOrd="0" presId="urn:microsoft.com/office/officeart/2016/7/layout/RepeatingBendingProcessNew"/>
    <dgm:cxn modelId="{50F23A0E-28AB-4C13-80A1-0A5882A9CD93}" type="presParOf" srcId="{8BE8632C-4E34-43D1-8D50-591B09800074}" destId="{38CC3A77-346B-4916-AD53-E40751F7BCEF}" srcOrd="0" destOrd="0" presId="urn:microsoft.com/office/officeart/2016/7/layout/RepeatingBendingProcessNew"/>
    <dgm:cxn modelId="{96C1F15E-8D30-462E-ACDB-D3E705085B85}" type="presParOf" srcId="{C345286C-2BD2-4983-A260-8E4EAE3BFCE5}" destId="{7D725FC2-02A9-458F-9BA4-ECFEACA841C0}" srcOrd="6" destOrd="0" presId="urn:microsoft.com/office/officeart/2016/7/layout/RepeatingBendingProcessNew"/>
    <dgm:cxn modelId="{4C1B3CCD-4186-4421-80B9-30B813A68820}" type="presParOf" srcId="{C345286C-2BD2-4983-A260-8E4EAE3BFCE5}" destId="{096F7DF7-446B-4C78-8937-A3E53F480064}" srcOrd="7" destOrd="0" presId="urn:microsoft.com/office/officeart/2016/7/layout/RepeatingBendingProcessNew"/>
    <dgm:cxn modelId="{A97E8BFA-2B82-4066-8ADF-38DCDFB5BEBB}" type="presParOf" srcId="{096F7DF7-446B-4C78-8937-A3E53F480064}" destId="{9CFA59C9-6E41-459A-9F87-784F4CF081C0}" srcOrd="0" destOrd="0" presId="urn:microsoft.com/office/officeart/2016/7/layout/RepeatingBendingProcessNew"/>
    <dgm:cxn modelId="{1FEBACA4-8490-47CE-9290-B2BB02FCA655}" type="presParOf" srcId="{C345286C-2BD2-4983-A260-8E4EAE3BFCE5}" destId="{B0E25A8E-05A2-445D-BB54-33E89766147D}" srcOrd="8" destOrd="0" presId="urn:microsoft.com/office/officeart/2016/7/layout/RepeatingBendingProcessNew"/>
    <dgm:cxn modelId="{54196B9D-1CEF-4639-9CF0-8008CF9775F8}" type="presParOf" srcId="{C345286C-2BD2-4983-A260-8E4EAE3BFCE5}" destId="{3DF97427-602F-4506-B8AF-38198DB90119}" srcOrd="9" destOrd="0" presId="urn:microsoft.com/office/officeart/2016/7/layout/RepeatingBendingProcessNew"/>
    <dgm:cxn modelId="{07028389-F958-467F-80F0-3EBFCAB4F6DB}" type="presParOf" srcId="{3DF97427-602F-4506-B8AF-38198DB90119}" destId="{B0A5ED65-7BA6-4C2F-83CD-F8BD69E34237}" srcOrd="0" destOrd="0" presId="urn:microsoft.com/office/officeart/2016/7/layout/RepeatingBendingProcessNew"/>
    <dgm:cxn modelId="{97398771-A011-4A3B-AFC2-8EE033629BE9}" type="presParOf" srcId="{C345286C-2BD2-4983-A260-8E4EAE3BFCE5}" destId="{46F548B4-9B3E-43BA-9031-7AEC042EB575}" srcOrd="10" destOrd="0" presId="urn:microsoft.com/office/officeart/2016/7/layout/RepeatingBendingProcessNew"/>
    <dgm:cxn modelId="{376CD023-915B-4B1B-A727-079698D67EDD}" type="presParOf" srcId="{C345286C-2BD2-4983-A260-8E4EAE3BFCE5}" destId="{EF604FC1-7D9B-4148-BA5C-0AB747AFACC2}" srcOrd="11" destOrd="0" presId="urn:microsoft.com/office/officeart/2016/7/layout/RepeatingBendingProcessNew"/>
    <dgm:cxn modelId="{AEF69757-CF18-49BE-8FDA-B13284F58173}" type="presParOf" srcId="{EF604FC1-7D9B-4148-BA5C-0AB747AFACC2}" destId="{9FB28C54-F009-4ACF-A190-E9A23A1168DA}" srcOrd="0" destOrd="0" presId="urn:microsoft.com/office/officeart/2016/7/layout/RepeatingBendingProcessNew"/>
    <dgm:cxn modelId="{ECE5AD3D-2BAB-41D3-BA9A-DED3CCC71DE0}" type="presParOf" srcId="{C345286C-2BD2-4983-A260-8E4EAE3BFCE5}" destId="{4AD765B5-D091-4BCF-8E01-C3BED89F0F33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626239-87DF-4BA3-A7DF-BC4BDCE84D5B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9D01C58-A008-4335-93AF-AD415B57976D}">
      <dgm:prSet/>
      <dgm:spPr/>
      <dgm:t>
        <a:bodyPr/>
        <a:lstStyle/>
        <a:p>
          <a:r>
            <a:rPr lang="en-US" dirty="0"/>
            <a:t>Lean Manufacturing</a:t>
          </a:r>
        </a:p>
      </dgm:t>
    </dgm:pt>
    <dgm:pt modelId="{82C6513B-8F3A-4A53-9620-60F415DABF16}" type="parTrans" cxnId="{D2E9D8E8-58D3-4836-AC73-3A6CDB3C434E}">
      <dgm:prSet/>
      <dgm:spPr/>
      <dgm:t>
        <a:bodyPr/>
        <a:lstStyle/>
        <a:p>
          <a:endParaRPr lang="en-US"/>
        </a:p>
      </dgm:t>
    </dgm:pt>
    <dgm:pt modelId="{58DADC3E-03B6-4B16-B1CA-1887E93B99BF}" type="sibTrans" cxnId="{D2E9D8E8-58D3-4836-AC73-3A6CDB3C434E}">
      <dgm:prSet/>
      <dgm:spPr/>
      <dgm:t>
        <a:bodyPr/>
        <a:lstStyle/>
        <a:p>
          <a:endParaRPr lang="en-US"/>
        </a:p>
      </dgm:t>
    </dgm:pt>
    <dgm:pt modelId="{E5D82BFC-3A46-47E5-829E-1B31D32D9FDB}">
      <dgm:prSet/>
      <dgm:spPr/>
      <dgm:t>
        <a:bodyPr/>
        <a:lstStyle/>
        <a:p>
          <a:r>
            <a:rPr lang="en-US"/>
            <a:t>Value Stream</a:t>
          </a:r>
        </a:p>
      </dgm:t>
    </dgm:pt>
    <dgm:pt modelId="{015A9B7D-F642-41F5-AE4D-5B6627725641}" type="parTrans" cxnId="{1D418B7E-CC32-4127-AE7A-AF7B8C999A5D}">
      <dgm:prSet/>
      <dgm:spPr/>
      <dgm:t>
        <a:bodyPr/>
        <a:lstStyle/>
        <a:p>
          <a:endParaRPr lang="en-US"/>
        </a:p>
      </dgm:t>
    </dgm:pt>
    <dgm:pt modelId="{B0A124A6-8668-4476-BC24-A2AD84F93820}" type="sibTrans" cxnId="{1D418B7E-CC32-4127-AE7A-AF7B8C999A5D}">
      <dgm:prSet/>
      <dgm:spPr/>
      <dgm:t>
        <a:bodyPr/>
        <a:lstStyle/>
        <a:p>
          <a:endParaRPr lang="en-US"/>
        </a:p>
      </dgm:t>
    </dgm:pt>
    <dgm:pt modelId="{21AEA3E7-5317-4D50-A10B-A3E6C8430894}">
      <dgm:prSet/>
      <dgm:spPr/>
      <dgm:t>
        <a:bodyPr/>
        <a:lstStyle/>
        <a:p>
          <a:r>
            <a:rPr lang="en-US" dirty="0"/>
            <a:t>In Manufacturing: the sequence of activities an organization undertakes to deliver upon a customer request or the sequence of activities required to design produce and deliver a good or service to a customer</a:t>
          </a:r>
        </a:p>
      </dgm:t>
    </dgm:pt>
    <dgm:pt modelId="{53537812-E2B7-49A4-B054-28FC27654A49}" type="parTrans" cxnId="{F0F24D4F-6562-4D6B-B386-6EB4529B3D87}">
      <dgm:prSet/>
      <dgm:spPr/>
      <dgm:t>
        <a:bodyPr/>
        <a:lstStyle/>
        <a:p>
          <a:endParaRPr lang="en-US"/>
        </a:p>
      </dgm:t>
    </dgm:pt>
    <dgm:pt modelId="{3FA9AF1E-BB71-4AD5-BF97-B87A550DF52B}" type="sibTrans" cxnId="{F0F24D4F-6562-4D6B-B386-6EB4529B3D87}">
      <dgm:prSet/>
      <dgm:spPr/>
      <dgm:t>
        <a:bodyPr/>
        <a:lstStyle/>
        <a:p>
          <a:endParaRPr lang="en-US"/>
        </a:p>
      </dgm:t>
    </dgm:pt>
    <dgm:pt modelId="{A2D47520-3933-4771-BCBB-2F6539599745}">
      <dgm:prSet/>
      <dgm:spPr/>
      <dgm:t>
        <a:bodyPr/>
        <a:lstStyle/>
        <a:p>
          <a:r>
            <a:rPr lang="en-US" dirty="0"/>
            <a:t>In Technology: the process required to convert a business hypothesis into a technology enabled service or feature the delivers value to the customer</a:t>
          </a:r>
        </a:p>
      </dgm:t>
    </dgm:pt>
    <dgm:pt modelId="{ACD80ADD-A176-4A1E-81B0-9CBC4C44514E}" type="parTrans" cxnId="{04DB3B2C-DD47-4871-B4E0-C9AEF347272B}">
      <dgm:prSet/>
      <dgm:spPr/>
      <dgm:t>
        <a:bodyPr/>
        <a:lstStyle/>
        <a:p>
          <a:endParaRPr lang="en-US"/>
        </a:p>
      </dgm:t>
    </dgm:pt>
    <dgm:pt modelId="{050B14FC-961B-46D8-9239-011426BB052F}" type="sibTrans" cxnId="{04DB3B2C-DD47-4871-B4E0-C9AEF347272B}">
      <dgm:prSet/>
      <dgm:spPr/>
      <dgm:t>
        <a:bodyPr/>
        <a:lstStyle/>
        <a:p>
          <a:endParaRPr lang="en-US"/>
        </a:p>
      </dgm:t>
    </dgm:pt>
    <dgm:pt modelId="{FA7CC0A4-0DFD-4690-A9FC-D8377ED3186B}">
      <dgm:prSet/>
      <dgm:spPr/>
      <dgm:t>
        <a:bodyPr/>
        <a:lstStyle/>
        <a:p>
          <a:r>
            <a:rPr lang="en-US" dirty="0"/>
            <a:t>A philosophy that </a:t>
          </a:r>
          <a:r>
            <a:rPr lang="en-US" b="0" i="0" dirty="0"/>
            <a:t>seeks to refine the manufacturing process by minimizing waste while increasing the value offered to customers </a:t>
          </a:r>
          <a:r>
            <a:rPr lang="en-US" b="0" i="0" baseline="30000" dirty="0">
              <a:hlinkClick xmlns:r="http://schemas.openxmlformats.org/officeDocument/2006/relationships" r:id="rId1" action="ppaction://hlinksldjump"/>
            </a:rPr>
            <a:t>(2)</a:t>
          </a:r>
          <a:endParaRPr lang="en-US" baseline="30000" dirty="0"/>
        </a:p>
      </dgm:t>
    </dgm:pt>
    <dgm:pt modelId="{8B058A40-54CF-4AD2-808D-CD4F85729DF9}" type="parTrans" cxnId="{F14AB951-7C41-4686-BB5C-8D68FB64BA90}">
      <dgm:prSet/>
      <dgm:spPr/>
      <dgm:t>
        <a:bodyPr/>
        <a:lstStyle/>
        <a:p>
          <a:endParaRPr lang="en-US"/>
        </a:p>
      </dgm:t>
    </dgm:pt>
    <dgm:pt modelId="{41558E43-8164-4DAC-90D2-44EDB17ADC97}" type="sibTrans" cxnId="{F14AB951-7C41-4686-BB5C-8D68FB64BA90}">
      <dgm:prSet/>
      <dgm:spPr/>
      <dgm:t>
        <a:bodyPr/>
        <a:lstStyle/>
        <a:p>
          <a:endParaRPr lang="en-US"/>
        </a:p>
      </dgm:t>
    </dgm:pt>
    <dgm:pt modelId="{E1837EB4-B3CD-4E70-893F-217651EA5F9B}" type="pres">
      <dgm:prSet presAssocID="{69626239-87DF-4BA3-A7DF-BC4BDCE84D5B}" presName="linear" presStyleCnt="0">
        <dgm:presLayoutVars>
          <dgm:animLvl val="lvl"/>
          <dgm:resizeHandles val="exact"/>
        </dgm:presLayoutVars>
      </dgm:prSet>
      <dgm:spPr/>
    </dgm:pt>
    <dgm:pt modelId="{2577AA2A-E971-4FED-92C7-421AB8F4C15F}" type="pres">
      <dgm:prSet presAssocID="{E9D01C58-A008-4335-93AF-AD415B57976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2C36235-23AB-452D-A4C1-8BC048DE7563}" type="pres">
      <dgm:prSet presAssocID="{E9D01C58-A008-4335-93AF-AD415B57976D}" presName="childText" presStyleLbl="revTx" presStyleIdx="0" presStyleCnt="2">
        <dgm:presLayoutVars>
          <dgm:bulletEnabled val="1"/>
        </dgm:presLayoutVars>
      </dgm:prSet>
      <dgm:spPr/>
    </dgm:pt>
    <dgm:pt modelId="{E80A7638-B825-460F-B806-1DBD2525536E}" type="pres">
      <dgm:prSet presAssocID="{E5D82BFC-3A46-47E5-829E-1B31D32D9FD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3E8E7D4-1918-4B1C-8D35-DBA3375E087A}" type="pres">
      <dgm:prSet presAssocID="{E5D82BFC-3A46-47E5-829E-1B31D32D9FD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B75361F-1102-4CF6-9AC5-14825A337E0E}" type="presOf" srcId="{A2D47520-3933-4771-BCBB-2F6539599745}" destId="{D3E8E7D4-1918-4B1C-8D35-DBA3375E087A}" srcOrd="0" destOrd="1" presId="urn:microsoft.com/office/officeart/2005/8/layout/vList2"/>
    <dgm:cxn modelId="{04DB3B2C-DD47-4871-B4E0-C9AEF347272B}" srcId="{E5D82BFC-3A46-47E5-829E-1B31D32D9FDB}" destId="{A2D47520-3933-4771-BCBB-2F6539599745}" srcOrd="1" destOrd="0" parTransId="{ACD80ADD-A176-4A1E-81B0-9CBC4C44514E}" sibTransId="{050B14FC-961B-46D8-9239-011426BB052F}"/>
    <dgm:cxn modelId="{60BA483A-F4C3-49A9-85BA-0D4ACF8FEB23}" type="presOf" srcId="{E9D01C58-A008-4335-93AF-AD415B57976D}" destId="{2577AA2A-E971-4FED-92C7-421AB8F4C15F}" srcOrd="0" destOrd="0" presId="urn:microsoft.com/office/officeart/2005/8/layout/vList2"/>
    <dgm:cxn modelId="{F0F24D4F-6562-4D6B-B386-6EB4529B3D87}" srcId="{E5D82BFC-3A46-47E5-829E-1B31D32D9FDB}" destId="{21AEA3E7-5317-4D50-A10B-A3E6C8430894}" srcOrd="0" destOrd="0" parTransId="{53537812-E2B7-49A4-B054-28FC27654A49}" sibTransId="{3FA9AF1E-BB71-4AD5-BF97-B87A550DF52B}"/>
    <dgm:cxn modelId="{F14AB951-7C41-4686-BB5C-8D68FB64BA90}" srcId="{E9D01C58-A008-4335-93AF-AD415B57976D}" destId="{FA7CC0A4-0DFD-4690-A9FC-D8377ED3186B}" srcOrd="0" destOrd="0" parTransId="{8B058A40-54CF-4AD2-808D-CD4F85729DF9}" sibTransId="{41558E43-8164-4DAC-90D2-44EDB17ADC97}"/>
    <dgm:cxn modelId="{1D418B7E-CC32-4127-AE7A-AF7B8C999A5D}" srcId="{69626239-87DF-4BA3-A7DF-BC4BDCE84D5B}" destId="{E5D82BFC-3A46-47E5-829E-1B31D32D9FDB}" srcOrd="1" destOrd="0" parTransId="{015A9B7D-F642-41F5-AE4D-5B6627725641}" sibTransId="{B0A124A6-8668-4476-BC24-A2AD84F93820}"/>
    <dgm:cxn modelId="{A5FC767F-2315-444F-8AE7-A3710B095A6E}" type="presOf" srcId="{21AEA3E7-5317-4D50-A10B-A3E6C8430894}" destId="{D3E8E7D4-1918-4B1C-8D35-DBA3375E087A}" srcOrd="0" destOrd="0" presId="urn:microsoft.com/office/officeart/2005/8/layout/vList2"/>
    <dgm:cxn modelId="{D164A394-D6CF-4890-9336-D329FAB9BE9B}" type="presOf" srcId="{E5D82BFC-3A46-47E5-829E-1B31D32D9FDB}" destId="{E80A7638-B825-460F-B806-1DBD2525536E}" srcOrd="0" destOrd="0" presId="urn:microsoft.com/office/officeart/2005/8/layout/vList2"/>
    <dgm:cxn modelId="{74A3AAB8-3079-421B-A66A-651B2AB3D3D0}" type="presOf" srcId="{69626239-87DF-4BA3-A7DF-BC4BDCE84D5B}" destId="{E1837EB4-B3CD-4E70-893F-217651EA5F9B}" srcOrd="0" destOrd="0" presId="urn:microsoft.com/office/officeart/2005/8/layout/vList2"/>
    <dgm:cxn modelId="{D2E9D8E8-58D3-4836-AC73-3A6CDB3C434E}" srcId="{69626239-87DF-4BA3-A7DF-BC4BDCE84D5B}" destId="{E9D01C58-A008-4335-93AF-AD415B57976D}" srcOrd="0" destOrd="0" parTransId="{82C6513B-8F3A-4A53-9620-60F415DABF16}" sibTransId="{58DADC3E-03B6-4B16-B1CA-1887E93B99BF}"/>
    <dgm:cxn modelId="{42CBFCF3-D926-4AA0-AD8A-B17405E303CD}" type="presOf" srcId="{FA7CC0A4-0DFD-4690-A9FC-D8377ED3186B}" destId="{92C36235-23AB-452D-A4C1-8BC048DE7563}" srcOrd="0" destOrd="0" presId="urn:microsoft.com/office/officeart/2005/8/layout/vList2"/>
    <dgm:cxn modelId="{41B821E8-6C86-471F-85A5-86138BF34696}" type="presParOf" srcId="{E1837EB4-B3CD-4E70-893F-217651EA5F9B}" destId="{2577AA2A-E971-4FED-92C7-421AB8F4C15F}" srcOrd="0" destOrd="0" presId="urn:microsoft.com/office/officeart/2005/8/layout/vList2"/>
    <dgm:cxn modelId="{1C7F2077-7417-4B58-A811-4F7AE26FBCB3}" type="presParOf" srcId="{E1837EB4-B3CD-4E70-893F-217651EA5F9B}" destId="{92C36235-23AB-452D-A4C1-8BC048DE7563}" srcOrd="1" destOrd="0" presId="urn:microsoft.com/office/officeart/2005/8/layout/vList2"/>
    <dgm:cxn modelId="{24E2D5A2-1360-40DB-B647-195FB1FFFA4F}" type="presParOf" srcId="{E1837EB4-B3CD-4E70-893F-217651EA5F9B}" destId="{E80A7638-B825-460F-B806-1DBD2525536E}" srcOrd="2" destOrd="0" presId="urn:microsoft.com/office/officeart/2005/8/layout/vList2"/>
    <dgm:cxn modelId="{BCDE666A-F484-494A-A927-0C7BC4E91A3E}" type="presParOf" srcId="{E1837EB4-B3CD-4E70-893F-217651EA5F9B}" destId="{D3E8E7D4-1918-4B1C-8D35-DBA3375E087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AE9604-B34B-41EB-A4DC-85977C79CE9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46ED8C2-B154-4F72-8817-3BC802AC64FA}">
      <dgm:prSet/>
      <dgm:spPr/>
      <dgm:t>
        <a:bodyPr/>
        <a:lstStyle/>
        <a:p>
          <a:r>
            <a:rPr lang="en-US"/>
            <a:t>In this scenario, developers receive fast, constant feedback.</a:t>
          </a:r>
        </a:p>
      </dgm:t>
    </dgm:pt>
    <dgm:pt modelId="{B0F8A486-5755-4E77-B317-23B4CA20B2DE}" type="parTrans" cxnId="{0D2AF501-6CF7-456B-9EE0-2F50E1508865}">
      <dgm:prSet/>
      <dgm:spPr/>
      <dgm:t>
        <a:bodyPr/>
        <a:lstStyle/>
        <a:p>
          <a:endParaRPr lang="en-US"/>
        </a:p>
      </dgm:t>
    </dgm:pt>
    <dgm:pt modelId="{00E5263A-F040-4C66-A428-F0E338337E3D}" type="sibTrans" cxnId="{0D2AF501-6CF7-456B-9EE0-2F50E1508865}">
      <dgm:prSet/>
      <dgm:spPr/>
      <dgm:t>
        <a:bodyPr/>
        <a:lstStyle/>
        <a:p>
          <a:endParaRPr lang="en-US"/>
        </a:p>
      </dgm:t>
    </dgm:pt>
    <dgm:pt modelId="{85FE857C-85BE-4798-9595-52E888D25991}">
      <dgm:prSet/>
      <dgm:spPr/>
      <dgm:t>
        <a:bodyPr/>
        <a:lstStyle/>
        <a:p>
          <a:r>
            <a:rPr lang="en-US"/>
            <a:t>Continual small code changes</a:t>
          </a:r>
        </a:p>
      </dgm:t>
    </dgm:pt>
    <dgm:pt modelId="{F3B668D3-1084-4047-957A-FD457148ED77}" type="parTrans" cxnId="{0B22E293-3F20-4264-993D-07C7204508F7}">
      <dgm:prSet/>
      <dgm:spPr/>
      <dgm:t>
        <a:bodyPr/>
        <a:lstStyle/>
        <a:p>
          <a:endParaRPr lang="en-US"/>
        </a:p>
      </dgm:t>
    </dgm:pt>
    <dgm:pt modelId="{12621156-85C2-4E2D-868E-7BE3893E511A}" type="sibTrans" cxnId="{0B22E293-3F20-4264-993D-07C7204508F7}">
      <dgm:prSet/>
      <dgm:spPr/>
      <dgm:t>
        <a:bodyPr/>
        <a:lstStyle/>
        <a:p>
          <a:endParaRPr lang="en-US"/>
        </a:p>
      </dgm:t>
    </dgm:pt>
    <dgm:pt modelId="{55A6E243-E563-43BC-BDDF-F2D4374656D1}">
      <dgm:prSet/>
      <dgm:spPr/>
      <dgm:t>
        <a:bodyPr/>
        <a:lstStyle/>
        <a:p>
          <a:r>
            <a:rPr lang="en-US" dirty="0"/>
            <a:t>Automated testing and deployment</a:t>
          </a:r>
        </a:p>
      </dgm:t>
    </dgm:pt>
    <dgm:pt modelId="{4A9F6A7A-17CC-4163-A14E-5DE4A3A3341F}" type="parTrans" cxnId="{F390554B-117E-4B6E-AE96-F237B7B34013}">
      <dgm:prSet/>
      <dgm:spPr/>
      <dgm:t>
        <a:bodyPr/>
        <a:lstStyle/>
        <a:p>
          <a:endParaRPr lang="en-US"/>
        </a:p>
      </dgm:t>
    </dgm:pt>
    <dgm:pt modelId="{D27FD9E2-5652-4371-99C2-913FF1E89EAD}" type="sibTrans" cxnId="{F390554B-117E-4B6E-AE96-F237B7B34013}">
      <dgm:prSet/>
      <dgm:spPr/>
      <dgm:t>
        <a:bodyPr/>
        <a:lstStyle/>
        <a:p>
          <a:endParaRPr lang="en-US"/>
        </a:p>
      </dgm:t>
    </dgm:pt>
    <dgm:pt modelId="{0B62B9F1-249B-454E-8373-CA341063BB0E}">
      <dgm:prSet/>
      <dgm:spPr/>
      <dgm:t>
        <a:bodyPr/>
        <a:lstStyle/>
        <a:p>
          <a:r>
            <a:rPr lang="en-US"/>
            <a:t>High level of confidence that our changes will operate as designed</a:t>
          </a:r>
        </a:p>
      </dgm:t>
    </dgm:pt>
    <dgm:pt modelId="{419CC258-8EBF-41A5-BE17-5A538BA0D649}" type="parTrans" cxnId="{CD5A5D84-3C1E-4A59-A073-F79494D38260}">
      <dgm:prSet/>
      <dgm:spPr/>
      <dgm:t>
        <a:bodyPr/>
        <a:lstStyle/>
        <a:p>
          <a:endParaRPr lang="en-US"/>
        </a:p>
      </dgm:t>
    </dgm:pt>
    <dgm:pt modelId="{DF82FB6E-E27C-4CE0-AC39-4280FC9836C3}" type="sibTrans" cxnId="{CD5A5D84-3C1E-4A59-A073-F79494D38260}">
      <dgm:prSet/>
      <dgm:spPr/>
      <dgm:t>
        <a:bodyPr/>
        <a:lstStyle/>
        <a:p>
          <a:endParaRPr lang="en-US"/>
        </a:p>
      </dgm:t>
    </dgm:pt>
    <dgm:pt modelId="{7C14C011-5CCA-4AB4-A53C-62685579A5F6}" type="pres">
      <dgm:prSet presAssocID="{10AE9604-B34B-41EB-A4DC-85977C79CE91}" presName="linear" presStyleCnt="0">
        <dgm:presLayoutVars>
          <dgm:animLvl val="lvl"/>
          <dgm:resizeHandles val="exact"/>
        </dgm:presLayoutVars>
      </dgm:prSet>
      <dgm:spPr/>
    </dgm:pt>
    <dgm:pt modelId="{A812BA91-AEC2-4202-995A-0F0E2AD043E1}" type="pres">
      <dgm:prSet presAssocID="{146ED8C2-B154-4F72-8817-3BC802AC64F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3DAD229-33C3-4C82-B05B-E7F74E9C9C40}" type="pres">
      <dgm:prSet presAssocID="{00E5263A-F040-4C66-A428-F0E338337E3D}" presName="spacer" presStyleCnt="0"/>
      <dgm:spPr/>
    </dgm:pt>
    <dgm:pt modelId="{40E1596D-4CD0-4705-9513-5A2F9609EB9F}" type="pres">
      <dgm:prSet presAssocID="{85FE857C-85BE-4798-9595-52E888D2599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52EE002-1B3F-49B7-B848-BC0BA773D292}" type="pres">
      <dgm:prSet presAssocID="{12621156-85C2-4E2D-868E-7BE3893E511A}" presName="spacer" presStyleCnt="0"/>
      <dgm:spPr/>
    </dgm:pt>
    <dgm:pt modelId="{2A213F16-CCC1-45EC-9CE3-EF9834F273D7}" type="pres">
      <dgm:prSet presAssocID="{55A6E243-E563-43BC-BDDF-F2D4374656D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1333F50-55B6-42E7-BD65-DAA95BBEEB32}" type="pres">
      <dgm:prSet presAssocID="{D27FD9E2-5652-4371-99C2-913FF1E89EAD}" presName="spacer" presStyleCnt="0"/>
      <dgm:spPr/>
    </dgm:pt>
    <dgm:pt modelId="{43D3EA5C-812E-4623-A297-06AE7967EE46}" type="pres">
      <dgm:prSet presAssocID="{0B62B9F1-249B-454E-8373-CA341063BB0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D2AF501-6CF7-456B-9EE0-2F50E1508865}" srcId="{10AE9604-B34B-41EB-A4DC-85977C79CE91}" destId="{146ED8C2-B154-4F72-8817-3BC802AC64FA}" srcOrd="0" destOrd="0" parTransId="{B0F8A486-5755-4E77-B317-23B4CA20B2DE}" sibTransId="{00E5263A-F040-4C66-A428-F0E338337E3D}"/>
    <dgm:cxn modelId="{B34D6D24-36BC-4925-A87C-4791FC68A257}" type="presOf" srcId="{10AE9604-B34B-41EB-A4DC-85977C79CE91}" destId="{7C14C011-5CCA-4AB4-A53C-62685579A5F6}" srcOrd="0" destOrd="0" presId="urn:microsoft.com/office/officeart/2005/8/layout/vList2"/>
    <dgm:cxn modelId="{F390554B-117E-4B6E-AE96-F237B7B34013}" srcId="{10AE9604-B34B-41EB-A4DC-85977C79CE91}" destId="{55A6E243-E563-43BC-BDDF-F2D4374656D1}" srcOrd="2" destOrd="0" parTransId="{4A9F6A7A-17CC-4163-A14E-5DE4A3A3341F}" sibTransId="{D27FD9E2-5652-4371-99C2-913FF1E89EAD}"/>
    <dgm:cxn modelId="{B9AFD74E-5D1B-49CC-9C6B-2153B231BCF5}" type="presOf" srcId="{0B62B9F1-249B-454E-8373-CA341063BB0E}" destId="{43D3EA5C-812E-4623-A297-06AE7967EE46}" srcOrd="0" destOrd="0" presId="urn:microsoft.com/office/officeart/2005/8/layout/vList2"/>
    <dgm:cxn modelId="{CD5A5D84-3C1E-4A59-A073-F79494D38260}" srcId="{10AE9604-B34B-41EB-A4DC-85977C79CE91}" destId="{0B62B9F1-249B-454E-8373-CA341063BB0E}" srcOrd="3" destOrd="0" parTransId="{419CC258-8EBF-41A5-BE17-5A538BA0D649}" sibTransId="{DF82FB6E-E27C-4CE0-AC39-4280FC9836C3}"/>
    <dgm:cxn modelId="{0B22E293-3F20-4264-993D-07C7204508F7}" srcId="{10AE9604-B34B-41EB-A4DC-85977C79CE91}" destId="{85FE857C-85BE-4798-9595-52E888D25991}" srcOrd="1" destOrd="0" parTransId="{F3B668D3-1084-4047-957A-FD457148ED77}" sibTransId="{12621156-85C2-4E2D-868E-7BE3893E511A}"/>
    <dgm:cxn modelId="{3CB21E9E-22C0-4A3E-B281-C9202EB07046}" type="presOf" srcId="{146ED8C2-B154-4F72-8817-3BC802AC64FA}" destId="{A812BA91-AEC2-4202-995A-0F0E2AD043E1}" srcOrd="0" destOrd="0" presId="urn:microsoft.com/office/officeart/2005/8/layout/vList2"/>
    <dgm:cxn modelId="{18F900B8-7FE0-477D-8E39-C8AE29C81CBB}" type="presOf" srcId="{85FE857C-85BE-4798-9595-52E888D25991}" destId="{40E1596D-4CD0-4705-9513-5A2F9609EB9F}" srcOrd="0" destOrd="0" presId="urn:microsoft.com/office/officeart/2005/8/layout/vList2"/>
    <dgm:cxn modelId="{0E1A95DE-4A04-4724-A1D0-475EF88040A5}" type="presOf" srcId="{55A6E243-E563-43BC-BDDF-F2D4374656D1}" destId="{2A213F16-CCC1-45EC-9CE3-EF9834F273D7}" srcOrd="0" destOrd="0" presId="urn:microsoft.com/office/officeart/2005/8/layout/vList2"/>
    <dgm:cxn modelId="{6C1C4B2D-5266-4537-998B-AAD2DFBB9565}" type="presParOf" srcId="{7C14C011-5CCA-4AB4-A53C-62685579A5F6}" destId="{A812BA91-AEC2-4202-995A-0F0E2AD043E1}" srcOrd="0" destOrd="0" presId="urn:microsoft.com/office/officeart/2005/8/layout/vList2"/>
    <dgm:cxn modelId="{41F375DC-01A1-404F-9198-C2207442DF38}" type="presParOf" srcId="{7C14C011-5CCA-4AB4-A53C-62685579A5F6}" destId="{83DAD229-33C3-4C82-B05B-E7F74E9C9C40}" srcOrd="1" destOrd="0" presId="urn:microsoft.com/office/officeart/2005/8/layout/vList2"/>
    <dgm:cxn modelId="{39E9C4E7-4570-4D6F-BB5D-4AE9DAE8B6A0}" type="presParOf" srcId="{7C14C011-5CCA-4AB4-A53C-62685579A5F6}" destId="{40E1596D-4CD0-4705-9513-5A2F9609EB9F}" srcOrd="2" destOrd="0" presId="urn:microsoft.com/office/officeart/2005/8/layout/vList2"/>
    <dgm:cxn modelId="{990BD1CC-9A75-44F5-9663-71FCADDCC45C}" type="presParOf" srcId="{7C14C011-5CCA-4AB4-A53C-62685579A5F6}" destId="{A52EE002-1B3F-49B7-B848-BC0BA773D292}" srcOrd="3" destOrd="0" presId="urn:microsoft.com/office/officeart/2005/8/layout/vList2"/>
    <dgm:cxn modelId="{1BD13A14-E90E-457C-AC7B-C63162649033}" type="presParOf" srcId="{7C14C011-5CCA-4AB4-A53C-62685579A5F6}" destId="{2A213F16-CCC1-45EC-9CE3-EF9834F273D7}" srcOrd="4" destOrd="0" presId="urn:microsoft.com/office/officeart/2005/8/layout/vList2"/>
    <dgm:cxn modelId="{B80FAE01-7B0E-4A88-9ED9-334E93ED8EDC}" type="presParOf" srcId="{7C14C011-5CCA-4AB4-A53C-62685579A5F6}" destId="{C1333F50-55B6-42E7-BD65-DAA95BBEEB32}" srcOrd="5" destOrd="0" presId="urn:microsoft.com/office/officeart/2005/8/layout/vList2"/>
    <dgm:cxn modelId="{6F891138-87C2-458D-817C-494A4B1569EC}" type="presParOf" srcId="{7C14C011-5CCA-4AB4-A53C-62685579A5F6}" destId="{43D3EA5C-812E-4623-A297-06AE7967EE4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575F231-F1BF-4980-A426-423A0E347A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C2DB923-43AC-47EE-8711-B0221C46ED1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/>
            <a:t>First Way:</a:t>
          </a:r>
        </a:p>
        <a:p>
          <a:pPr>
            <a:lnSpc>
              <a:spcPct val="100000"/>
            </a:lnSpc>
          </a:pPr>
          <a:r>
            <a:rPr lang="en-US" sz="1400" b="0" dirty="0"/>
            <a:t>“Create fast, smooth flow of work from Development to Operations to the customer by optimizing the entire system.”</a:t>
          </a:r>
        </a:p>
      </dgm:t>
    </dgm:pt>
    <dgm:pt modelId="{34D3D174-6150-4CAA-A615-3FC4F7F4A93F}" type="parTrans" cxnId="{3074CB58-D816-4767-9FA5-6EA2A79250FB}">
      <dgm:prSet/>
      <dgm:spPr/>
      <dgm:t>
        <a:bodyPr/>
        <a:lstStyle/>
        <a:p>
          <a:endParaRPr lang="en-US"/>
        </a:p>
      </dgm:t>
    </dgm:pt>
    <dgm:pt modelId="{6B79245F-9C4F-419B-8810-F797DC37AD23}" type="sibTrans" cxnId="{3074CB58-D816-4767-9FA5-6EA2A79250FB}">
      <dgm:prSet/>
      <dgm:spPr/>
      <dgm:t>
        <a:bodyPr/>
        <a:lstStyle/>
        <a:p>
          <a:endParaRPr lang="en-US"/>
        </a:p>
      </dgm:t>
    </dgm:pt>
    <dgm:pt modelId="{25FD8606-010D-446A-951E-36E7B2E7C7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One-Way Left to right flow of work from Development to Operations</a:t>
          </a:r>
        </a:p>
      </dgm:t>
    </dgm:pt>
    <dgm:pt modelId="{C5302DF3-ED1C-4B8C-A748-A1837F12A27F}" type="parTrans" cxnId="{02FCAD35-F8DD-4BE5-97D7-66555BA37FCC}">
      <dgm:prSet/>
      <dgm:spPr/>
      <dgm:t>
        <a:bodyPr/>
        <a:lstStyle/>
        <a:p>
          <a:endParaRPr lang="en-US"/>
        </a:p>
      </dgm:t>
    </dgm:pt>
    <dgm:pt modelId="{D3F4E059-17B7-4050-ADD3-87D6850A6535}" type="sibTrans" cxnId="{02FCAD35-F8DD-4BE5-97D7-66555BA37FCC}">
      <dgm:prSet/>
      <dgm:spPr/>
      <dgm:t>
        <a:bodyPr/>
        <a:lstStyle/>
        <a:p>
          <a:endParaRPr lang="en-US"/>
        </a:p>
      </dgm:t>
    </dgm:pt>
    <dgm:pt modelId="{EDC9841B-87B7-42FE-A309-9204BFFA5CF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/>
            <a:t>Second Way:</a:t>
          </a:r>
          <a:br>
            <a:rPr lang="en-US" sz="1400" b="1" dirty="0"/>
          </a:br>
          <a:r>
            <a:rPr lang="en-US" sz="1400" b="0" dirty="0"/>
            <a:t>“Enable continuous, amplified feedback loops from Operations back to Development to ensure quality, safety, and rapid correction of issues.”</a:t>
          </a:r>
        </a:p>
      </dgm:t>
    </dgm:pt>
    <dgm:pt modelId="{3AAF790C-717D-4BEA-88DD-394BC7A8FDEE}" type="parTrans" cxnId="{FBA288B0-D050-4087-B960-D76A1DC44D68}">
      <dgm:prSet/>
      <dgm:spPr/>
      <dgm:t>
        <a:bodyPr/>
        <a:lstStyle/>
        <a:p>
          <a:endParaRPr lang="en-US"/>
        </a:p>
      </dgm:t>
    </dgm:pt>
    <dgm:pt modelId="{33C43AFC-F7D1-4F17-A204-17EDBDD2FA78}" type="sibTrans" cxnId="{FBA288B0-D050-4087-B960-D76A1DC44D68}">
      <dgm:prSet/>
      <dgm:spPr/>
      <dgm:t>
        <a:bodyPr/>
        <a:lstStyle/>
        <a:p>
          <a:endParaRPr lang="en-US"/>
        </a:p>
      </dgm:t>
    </dgm:pt>
    <dgm:pt modelId="{36B29EE1-BFB5-4A6B-AFEC-C7445D0BCE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Flow of feedback from Operations to Development and back to Operations</a:t>
          </a:r>
        </a:p>
      </dgm:t>
    </dgm:pt>
    <dgm:pt modelId="{39253B18-B385-4578-AF80-7C506E3650B4}" type="parTrans" cxnId="{6D87B068-3CEA-4FCA-8605-E59F9A52E3BF}">
      <dgm:prSet/>
      <dgm:spPr/>
      <dgm:t>
        <a:bodyPr/>
        <a:lstStyle/>
        <a:p>
          <a:endParaRPr lang="en-US"/>
        </a:p>
      </dgm:t>
    </dgm:pt>
    <dgm:pt modelId="{53AFFE70-234E-48E4-839A-538A655A4167}" type="sibTrans" cxnId="{6D87B068-3CEA-4FCA-8605-E59F9A52E3BF}">
      <dgm:prSet/>
      <dgm:spPr/>
      <dgm:t>
        <a:bodyPr/>
        <a:lstStyle/>
        <a:p>
          <a:endParaRPr lang="en-US"/>
        </a:p>
      </dgm:t>
    </dgm:pt>
    <dgm:pt modelId="{363B637D-EE07-4070-9754-4B2BE58E873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/>
            <a:t>Third Way:</a:t>
          </a:r>
        </a:p>
        <a:p>
          <a:pPr>
            <a:lnSpc>
              <a:spcPct val="100000"/>
            </a:lnSpc>
          </a:pPr>
          <a:r>
            <a:rPr lang="en-US" sz="1400" dirty="0"/>
            <a:t>“A culture of continual learning, experimentation, and risk-tolerant improvement.”</a:t>
          </a:r>
        </a:p>
      </dgm:t>
    </dgm:pt>
    <dgm:pt modelId="{0D62E6E6-2B04-453F-9D5F-9A9944923D6F}" type="parTrans" cxnId="{C231029D-FF39-41C5-AA67-1DD64B87B73F}">
      <dgm:prSet/>
      <dgm:spPr/>
      <dgm:t>
        <a:bodyPr/>
        <a:lstStyle/>
        <a:p>
          <a:endParaRPr lang="en-US"/>
        </a:p>
      </dgm:t>
    </dgm:pt>
    <dgm:pt modelId="{38EDD169-C327-43A1-B649-ECC160D62D23}" type="sibTrans" cxnId="{C231029D-FF39-41C5-AA67-1DD64B87B73F}">
      <dgm:prSet/>
      <dgm:spPr/>
      <dgm:t>
        <a:bodyPr/>
        <a:lstStyle/>
        <a:p>
          <a:endParaRPr lang="en-US"/>
        </a:p>
      </dgm:t>
    </dgm:pt>
    <dgm:pt modelId="{43234D01-8FDB-4A59-8CBA-247C5B8CB2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Continuous feedback back and forth between Operations and Development</a:t>
          </a:r>
        </a:p>
      </dgm:t>
    </dgm:pt>
    <dgm:pt modelId="{09995644-B531-4F40-A89D-A1FA2FA1E0B1}" type="parTrans" cxnId="{3364E583-55A9-4872-A67E-D59A8DEEF825}">
      <dgm:prSet/>
      <dgm:spPr/>
      <dgm:t>
        <a:bodyPr/>
        <a:lstStyle/>
        <a:p>
          <a:endParaRPr lang="en-US"/>
        </a:p>
      </dgm:t>
    </dgm:pt>
    <dgm:pt modelId="{94EF93B0-F6C0-4326-A213-10F3614F7169}" type="sibTrans" cxnId="{3364E583-55A9-4872-A67E-D59A8DEEF825}">
      <dgm:prSet/>
      <dgm:spPr/>
      <dgm:t>
        <a:bodyPr/>
        <a:lstStyle/>
        <a:p>
          <a:endParaRPr lang="en-US"/>
        </a:p>
      </dgm:t>
    </dgm:pt>
    <dgm:pt modelId="{8CE80CE6-282B-4420-A376-EDEB157CEF51}" type="pres">
      <dgm:prSet presAssocID="{8575F231-F1BF-4980-A426-423A0E347A29}" presName="root" presStyleCnt="0">
        <dgm:presLayoutVars>
          <dgm:dir/>
          <dgm:resizeHandles val="exact"/>
        </dgm:presLayoutVars>
      </dgm:prSet>
      <dgm:spPr/>
    </dgm:pt>
    <dgm:pt modelId="{9AA4FA41-076C-491E-8B98-5234397B6E91}" type="pres">
      <dgm:prSet presAssocID="{BC2DB923-43AC-47EE-8711-B0221C46ED1E}" presName="compNode" presStyleCnt="0"/>
      <dgm:spPr/>
    </dgm:pt>
    <dgm:pt modelId="{A4C09653-5906-4062-894A-562F9880B54E}" type="pres">
      <dgm:prSet presAssocID="{BC2DB923-43AC-47EE-8711-B0221C46ED1E}" presName="bgRect" presStyleLbl="bgShp" presStyleIdx="0" presStyleCnt="3" custLinFactNeighborX="-168" custLinFactNeighborY="-1675"/>
      <dgm:spPr/>
    </dgm:pt>
    <dgm:pt modelId="{2040E784-F93F-4334-BFB2-C4247F52833C}" type="pres">
      <dgm:prSet presAssocID="{BC2DB923-43AC-47EE-8711-B0221C46ED1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A632DDE5-3579-4D16-AB11-A3F5435D5C52}" type="pres">
      <dgm:prSet presAssocID="{BC2DB923-43AC-47EE-8711-B0221C46ED1E}" presName="spaceRect" presStyleCnt="0"/>
      <dgm:spPr/>
    </dgm:pt>
    <dgm:pt modelId="{97944724-549F-4E01-8B66-B877D0D8B680}" type="pres">
      <dgm:prSet presAssocID="{BC2DB923-43AC-47EE-8711-B0221C46ED1E}" presName="parTx" presStyleLbl="revTx" presStyleIdx="0" presStyleCnt="6">
        <dgm:presLayoutVars>
          <dgm:chMax val="0"/>
          <dgm:chPref val="0"/>
        </dgm:presLayoutVars>
      </dgm:prSet>
      <dgm:spPr/>
    </dgm:pt>
    <dgm:pt modelId="{C6C7321D-ED05-4A5F-AF76-E0756C4F63EF}" type="pres">
      <dgm:prSet presAssocID="{BC2DB923-43AC-47EE-8711-B0221C46ED1E}" presName="desTx" presStyleLbl="revTx" presStyleIdx="1" presStyleCnt="6">
        <dgm:presLayoutVars/>
      </dgm:prSet>
      <dgm:spPr/>
    </dgm:pt>
    <dgm:pt modelId="{A6BFF5C1-3AE9-4825-8FA3-286BFC311F3A}" type="pres">
      <dgm:prSet presAssocID="{6B79245F-9C4F-419B-8810-F797DC37AD23}" presName="sibTrans" presStyleCnt="0"/>
      <dgm:spPr/>
    </dgm:pt>
    <dgm:pt modelId="{98FA3CAD-C671-4A84-93EC-CD4D0F46A98A}" type="pres">
      <dgm:prSet presAssocID="{EDC9841B-87B7-42FE-A309-9204BFFA5CFD}" presName="compNode" presStyleCnt="0"/>
      <dgm:spPr/>
    </dgm:pt>
    <dgm:pt modelId="{C231F0F4-D11F-4B1E-9F51-E13FDFBA3C7F}" type="pres">
      <dgm:prSet presAssocID="{EDC9841B-87B7-42FE-A309-9204BFFA5CFD}" presName="bgRect" presStyleLbl="bgShp" presStyleIdx="1" presStyleCnt="3"/>
      <dgm:spPr/>
    </dgm:pt>
    <dgm:pt modelId="{7F2E93F8-D42D-4EE6-AE24-2D6D99C5E7FF}" type="pres">
      <dgm:prSet presAssocID="{EDC9841B-87B7-42FE-A309-9204BFFA5CF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6073CFA-78BA-4769-B9EE-53593D523ED7}" type="pres">
      <dgm:prSet presAssocID="{EDC9841B-87B7-42FE-A309-9204BFFA5CFD}" presName="spaceRect" presStyleCnt="0"/>
      <dgm:spPr/>
    </dgm:pt>
    <dgm:pt modelId="{0657C4FA-A1B3-4173-BA0C-CCDDD65BF9A8}" type="pres">
      <dgm:prSet presAssocID="{EDC9841B-87B7-42FE-A309-9204BFFA5CFD}" presName="parTx" presStyleLbl="revTx" presStyleIdx="2" presStyleCnt="6">
        <dgm:presLayoutVars>
          <dgm:chMax val="0"/>
          <dgm:chPref val="0"/>
        </dgm:presLayoutVars>
      </dgm:prSet>
      <dgm:spPr/>
    </dgm:pt>
    <dgm:pt modelId="{FB388791-99F6-4E5A-AEA1-51CD2671674C}" type="pres">
      <dgm:prSet presAssocID="{EDC9841B-87B7-42FE-A309-9204BFFA5CFD}" presName="desTx" presStyleLbl="revTx" presStyleIdx="3" presStyleCnt="6">
        <dgm:presLayoutVars/>
      </dgm:prSet>
      <dgm:spPr/>
    </dgm:pt>
    <dgm:pt modelId="{81830D44-863F-4C2E-96CA-1DA54E1403BA}" type="pres">
      <dgm:prSet presAssocID="{33C43AFC-F7D1-4F17-A204-17EDBDD2FA78}" presName="sibTrans" presStyleCnt="0"/>
      <dgm:spPr/>
    </dgm:pt>
    <dgm:pt modelId="{4D328958-BE3E-482E-994D-7DA4EF2B5434}" type="pres">
      <dgm:prSet presAssocID="{363B637D-EE07-4070-9754-4B2BE58E873B}" presName="compNode" presStyleCnt="0"/>
      <dgm:spPr/>
    </dgm:pt>
    <dgm:pt modelId="{29A60595-356E-438B-8F20-D17527A6EAAC}" type="pres">
      <dgm:prSet presAssocID="{363B637D-EE07-4070-9754-4B2BE58E873B}" presName="bgRect" presStyleLbl="bgShp" presStyleIdx="2" presStyleCnt="3"/>
      <dgm:spPr/>
    </dgm:pt>
    <dgm:pt modelId="{D8A4AB58-F95A-4165-B2CB-AC1CBA5844D7}" type="pres">
      <dgm:prSet presAssocID="{363B637D-EE07-4070-9754-4B2BE58E873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974064AE-D07E-48DA-90C6-B7A961BF8596}" type="pres">
      <dgm:prSet presAssocID="{363B637D-EE07-4070-9754-4B2BE58E873B}" presName="spaceRect" presStyleCnt="0"/>
      <dgm:spPr/>
    </dgm:pt>
    <dgm:pt modelId="{D42767CC-6562-4D7E-89D1-04395B9E0F32}" type="pres">
      <dgm:prSet presAssocID="{363B637D-EE07-4070-9754-4B2BE58E873B}" presName="parTx" presStyleLbl="revTx" presStyleIdx="4" presStyleCnt="6">
        <dgm:presLayoutVars>
          <dgm:chMax val="0"/>
          <dgm:chPref val="0"/>
        </dgm:presLayoutVars>
      </dgm:prSet>
      <dgm:spPr/>
    </dgm:pt>
    <dgm:pt modelId="{6B23EE95-9E02-476D-8C59-A76CC7EDCB51}" type="pres">
      <dgm:prSet presAssocID="{363B637D-EE07-4070-9754-4B2BE58E873B}" presName="desTx" presStyleLbl="revTx" presStyleIdx="5" presStyleCnt="6">
        <dgm:presLayoutVars/>
      </dgm:prSet>
      <dgm:spPr/>
    </dgm:pt>
  </dgm:ptLst>
  <dgm:cxnLst>
    <dgm:cxn modelId="{29EBA80D-6E0A-4B8A-A9AE-97B0747E6885}" type="presOf" srcId="{43234D01-8FDB-4A59-8CBA-247C5B8CB284}" destId="{6B23EE95-9E02-476D-8C59-A76CC7EDCB51}" srcOrd="0" destOrd="0" presId="urn:microsoft.com/office/officeart/2018/2/layout/IconVerticalSolidList"/>
    <dgm:cxn modelId="{02FCAD35-F8DD-4BE5-97D7-66555BA37FCC}" srcId="{BC2DB923-43AC-47EE-8711-B0221C46ED1E}" destId="{25FD8606-010D-446A-951E-36E7B2E7C79A}" srcOrd="0" destOrd="0" parTransId="{C5302DF3-ED1C-4B8C-A748-A1837F12A27F}" sibTransId="{D3F4E059-17B7-4050-ADD3-87D6850A6535}"/>
    <dgm:cxn modelId="{B6591B47-56BB-4CA4-A88C-5ECD3A2B19A0}" type="presOf" srcId="{36B29EE1-BFB5-4A6B-AFEC-C7445D0BCE9B}" destId="{FB388791-99F6-4E5A-AEA1-51CD2671674C}" srcOrd="0" destOrd="0" presId="urn:microsoft.com/office/officeart/2018/2/layout/IconVerticalSolidList"/>
    <dgm:cxn modelId="{6D87B068-3CEA-4FCA-8605-E59F9A52E3BF}" srcId="{EDC9841B-87B7-42FE-A309-9204BFFA5CFD}" destId="{36B29EE1-BFB5-4A6B-AFEC-C7445D0BCE9B}" srcOrd="0" destOrd="0" parTransId="{39253B18-B385-4578-AF80-7C506E3650B4}" sibTransId="{53AFFE70-234E-48E4-839A-538A655A4167}"/>
    <dgm:cxn modelId="{3074CB58-D816-4767-9FA5-6EA2A79250FB}" srcId="{8575F231-F1BF-4980-A426-423A0E347A29}" destId="{BC2DB923-43AC-47EE-8711-B0221C46ED1E}" srcOrd="0" destOrd="0" parTransId="{34D3D174-6150-4CAA-A615-3FC4F7F4A93F}" sibTransId="{6B79245F-9C4F-419B-8810-F797DC37AD23}"/>
    <dgm:cxn modelId="{CCC91E59-32C9-4EB9-9A4E-D2B7830A2BB6}" type="presOf" srcId="{363B637D-EE07-4070-9754-4B2BE58E873B}" destId="{D42767CC-6562-4D7E-89D1-04395B9E0F32}" srcOrd="0" destOrd="0" presId="urn:microsoft.com/office/officeart/2018/2/layout/IconVerticalSolidList"/>
    <dgm:cxn modelId="{3364E583-55A9-4872-A67E-D59A8DEEF825}" srcId="{363B637D-EE07-4070-9754-4B2BE58E873B}" destId="{43234D01-8FDB-4A59-8CBA-247C5B8CB284}" srcOrd="0" destOrd="0" parTransId="{09995644-B531-4F40-A89D-A1FA2FA1E0B1}" sibTransId="{94EF93B0-F6C0-4326-A213-10F3614F7169}"/>
    <dgm:cxn modelId="{C231029D-FF39-41C5-AA67-1DD64B87B73F}" srcId="{8575F231-F1BF-4980-A426-423A0E347A29}" destId="{363B637D-EE07-4070-9754-4B2BE58E873B}" srcOrd="2" destOrd="0" parTransId="{0D62E6E6-2B04-453F-9D5F-9A9944923D6F}" sibTransId="{38EDD169-C327-43A1-B649-ECC160D62D23}"/>
    <dgm:cxn modelId="{FBA288B0-D050-4087-B960-D76A1DC44D68}" srcId="{8575F231-F1BF-4980-A426-423A0E347A29}" destId="{EDC9841B-87B7-42FE-A309-9204BFFA5CFD}" srcOrd="1" destOrd="0" parTransId="{3AAF790C-717D-4BEA-88DD-394BC7A8FDEE}" sibTransId="{33C43AFC-F7D1-4F17-A204-17EDBDD2FA78}"/>
    <dgm:cxn modelId="{7D6935D3-0847-4DB5-BFF0-0F59B25935AC}" type="presOf" srcId="{BC2DB923-43AC-47EE-8711-B0221C46ED1E}" destId="{97944724-549F-4E01-8B66-B877D0D8B680}" srcOrd="0" destOrd="0" presId="urn:microsoft.com/office/officeart/2018/2/layout/IconVerticalSolidList"/>
    <dgm:cxn modelId="{E743E5E7-2C1B-4C4E-BE62-DA3C53F9F06E}" type="presOf" srcId="{EDC9841B-87B7-42FE-A309-9204BFFA5CFD}" destId="{0657C4FA-A1B3-4173-BA0C-CCDDD65BF9A8}" srcOrd="0" destOrd="0" presId="urn:microsoft.com/office/officeart/2018/2/layout/IconVerticalSolidList"/>
    <dgm:cxn modelId="{94978DF1-E187-4D04-B610-13573E3A4742}" type="presOf" srcId="{8575F231-F1BF-4980-A426-423A0E347A29}" destId="{8CE80CE6-282B-4420-A376-EDEB157CEF51}" srcOrd="0" destOrd="0" presId="urn:microsoft.com/office/officeart/2018/2/layout/IconVerticalSolidList"/>
    <dgm:cxn modelId="{676ABAFA-CB44-46A4-BA79-C35F68789C5F}" type="presOf" srcId="{25FD8606-010D-446A-951E-36E7B2E7C79A}" destId="{C6C7321D-ED05-4A5F-AF76-E0756C4F63EF}" srcOrd="0" destOrd="0" presId="urn:microsoft.com/office/officeart/2018/2/layout/IconVerticalSolidList"/>
    <dgm:cxn modelId="{5563A2A5-3446-4290-ACEF-5535BC93A974}" type="presParOf" srcId="{8CE80CE6-282B-4420-A376-EDEB157CEF51}" destId="{9AA4FA41-076C-491E-8B98-5234397B6E91}" srcOrd="0" destOrd="0" presId="urn:microsoft.com/office/officeart/2018/2/layout/IconVerticalSolidList"/>
    <dgm:cxn modelId="{634D0546-37AE-47D6-9382-6AED21969119}" type="presParOf" srcId="{9AA4FA41-076C-491E-8B98-5234397B6E91}" destId="{A4C09653-5906-4062-894A-562F9880B54E}" srcOrd="0" destOrd="0" presId="urn:microsoft.com/office/officeart/2018/2/layout/IconVerticalSolidList"/>
    <dgm:cxn modelId="{77C84798-1534-4A04-99DB-F56940FDD76D}" type="presParOf" srcId="{9AA4FA41-076C-491E-8B98-5234397B6E91}" destId="{2040E784-F93F-4334-BFB2-C4247F52833C}" srcOrd="1" destOrd="0" presId="urn:microsoft.com/office/officeart/2018/2/layout/IconVerticalSolidList"/>
    <dgm:cxn modelId="{280E3BC9-1A9E-4DBE-8C7C-8B8A86635508}" type="presParOf" srcId="{9AA4FA41-076C-491E-8B98-5234397B6E91}" destId="{A632DDE5-3579-4D16-AB11-A3F5435D5C52}" srcOrd="2" destOrd="0" presId="urn:microsoft.com/office/officeart/2018/2/layout/IconVerticalSolidList"/>
    <dgm:cxn modelId="{8B3216C9-C0BE-46BF-8685-DDD28C4FEBE5}" type="presParOf" srcId="{9AA4FA41-076C-491E-8B98-5234397B6E91}" destId="{97944724-549F-4E01-8B66-B877D0D8B680}" srcOrd="3" destOrd="0" presId="urn:microsoft.com/office/officeart/2018/2/layout/IconVerticalSolidList"/>
    <dgm:cxn modelId="{14985F7B-5E79-4CC1-AA96-DAF727B05AE2}" type="presParOf" srcId="{9AA4FA41-076C-491E-8B98-5234397B6E91}" destId="{C6C7321D-ED05-4A5F-AF76-E0756C4F63EF}" srcOrd="4" destOrd="0" presId="urn:microsoft.com/office/officeart/2018/2/layout/IconVerticalSolidList"/>
    <dgm:cxn modelId="{FAA1CFE9-E38B-48D8-9418-41F6535B5688}" type="presParOf" srcId="{8CE80CE6-282B-4420-A376-EDEB157CEF51}" destId="{A6BFF5C1-3AE9-4825-8FA3-286BFC311F3A}" srcOrd="1" destOrd="0" presId="urn:microsoft.com/office/officeart/2018/2/layout/IconVerticalSolidList"/>
    <dgm:cxn modelId="{45054DC2-C251-4D2B-A15B-4AF9AB6C29A2}" type="presParOf" srcId="{8CE80CE6-282B-4420-A376-EDEB157CEF51}" destId="{98FA3CAD-C671-4A84-93EC-CD4D0F46A98A}" srcOrd="2" destOrd="0" presId="urn:microsoft.com/office/officeart/2018/2/layout/IconVerticalSolidList"/>
    <dgm:cxn modelId="{2FA8BD45-0F41-48B4-83E6-1D2282A3A885}" type="presParOf" srcId="{98FA3CAD-C671-4A84-93EC-CD4D0F46A98A}" destId="{C231F0F4-D11F-4B1E-9F51-E13FDFBA3C7F}" srcOrd="0" destOrd="0" presId="urn:microsoft.com/office/officeart/2018/2/layout/IconVerticalSolidList"/>
    <dgm:cxn modelId="{B3054DFA-AD03-46D3-852D-65A899D8218B}" type="presParOf" srcId="{98FA3CAD-C671-4A84-93EC-CD4D0F46A98A}" destId="{7F2E93F8-D42D-4EE6-AE24-2D6D99C5E7FF}" srcOrd="1" destOrd="0" presId="urn:microsoft.com/office/officeart/2018/2/layout/IconVerticalSolidList"/>
    <dgm:cxn modelId="{2341F0BE-E79F-4058-9A35-6854A8B336BD}" type="presParOf" srcId="{98FA3CAD-C671-4A84-93EC-CD4D0F46A98A}" destId="{A6073CFA-78BA-4769-B9EE-53593D523ED7}" srcOrd="2" destOrd="0" presId="urn:microsoft.com/office/officeart/2018/2/layout/IconVerticalSolidList"/>
    <dgm:cxn modelId="{0C1C2F49-6C2C-4667-A25B-4DE9252DD275}" type="presParOf" srcId="{98FA3CAD-C671-4A84-93EC-CD4D0F46A98A}" destId="{0657C4FA-A1B3-4173-BA0C-CCDDD65BF9A8}" srcOrd="3" destOrd="0" presId="urn:microsoft.com/office/officeart/2018/2/layout/IconVerticalSolidList"/>
    <dgm:cxn modelId="{2EB94F7D-1D70-4B2F-88A8-0FFB6ECADE40}" type="presParOf" srcId="{98FA3CAD-C671-4A84-93EC-CD4D0F46A98A}" destId="{FB388791-99F6-4E5A-AEA1-51CD2671674C}" srcOrd="4" destOrd="0" presId="urn:microsoft.com/office/officeart/2018/2/layout/IconVerticalSolidList"/>
    <dgm:cxn modelId="{67CB190D-48F1-43EC-9B8F-08F4210AB4E5}" type="presParOf" srcId="{8CE80CE6-282B-4420-A376-EDEB157CEF51}" destId="{81830D44-863F-4C2E-96CA-1DA54E1403BA}" srcOrd="3" destOrd="0" presId="urn:microsoft.com/office/officeart/2018/2/layout/IconVerticalSolidList"/>
    <dgm:cxn modelId="{110D4973-ACBC-4AE1-B495-8B5DBE81773C}" type="presParOf" srcId="{8CE80CE6-282B-4420-A376-EDEB157CEF51}" destId="{4D328958-BE3E-482E-994D-7DA4EF2B5434}" srcOrd="4" destOrd="0" presId="urn:microsoft.com/office/officeart/2018/2/layout/IconVerticalSolidList"/>
    <dgm:cxn modelId="{4C973952-63A9-40A5-BD05-B804332FC15E}" type="presParOf" srcId="{4D328958-BE3E-482E-994D-7DA4EF2B5434}" destId="{29A60595-356E-438B-8F20-D17527A6EAAC}" srcOrd="0" destOrd="0" presId="urn:microsoft.com/office/officeart/2018/2/layout/IconVerticalSolidList"/>
    <dgm:cxn modelId="{8773EC8B-ADB2-4C53-B3AA-47AD8D01B848}" type="presParOf" srcId="{4D328958-BE3E-482E-994D-7DA4EF2B5434}" destId="{D8A4AB58-F95A-4165-B2CB-AC1CBA5844D7}" srcOrd="1" destOrd="0" presId="urn:microsoft.com/office/officeart/2018/2/layout/IconVerticalSolidList"/>
    <dgm:cxn modelId="{5BC9AAFE-83C9-438E-8BB6-3DB25EDCC21E}" type="presParOf" srcId="{4D328958-BE3E-482E-994D-7DA4EF2B5434}" destId="{974064AE-D07E-48DA-90C6-B7A961BF8596}" srcOrd="2" destOrd="0" presId="urn:microsoft.com/office/officeart/2018/2/layout/IconVerticalSolidList"/>
    <dgm:cxn modelId="{AF306E3A-D39A-43BF-A73C-5053B8C24F89}" type="presParOf" srcId="{4D328958-BE3E-482E-994D-7DA4EF2B5434}" destId="{D42767CC-6562-4D7E-89D1-04395B9E0F32}" srcOrd="3" destOrd="0" presId="urn:microsoft.com/office/officeart/2018/2/layout/IconVerticalSolidList"/>
    <dgm:cxn modelId="{5F3CE5BD-94C0-4A58-A6DE-0FBA13CE224E}" type="presParOf" srcId="{4D328958-BE3E-482E-994D-7DA4EF2B5434}" destId="{6B23EE95-9E02-476D-8C59-A76CC7EDCB5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8A6DD4-FCD5-4FD4-A0EF-B2487E3FFDB4}">
      <dsp:nvSpPr>
        <dsp:cNvPr id="0" name=""/>
        <dsp:cNvSpPr/>
      </dsp:nvSpPr>
      <dsp:spPr>
        <a:xfrm>
          <a:off x="2306556" y="1009268"/>
          <a:ext cx="4998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82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43209" y="1052335"/>
        <a:ext cx="26521" cy="5304"/>
      </dsp:txXfrm>
    </dsp:sp>
    <dsp:sp modelId="{C2F4B7CB-8284-43EC-A40A-C74F93839EF8}">
      <dsp:nvSpPr>
        <dsp:cNvPr id="0" name=""/>
        <dsp:cNvSpPr/>
      </dsp:nvSpPr>
      <dsp:spPr>
        <a:xfrm>
          <a:off x="2152" y="363127"/>
          <a:ext cx="2306203" cy="13837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006" tIns="118620" rIns="113006" bIns="1186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Topic 1: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  <a:hlinkClick xmlns:r="http://schemas.openxmlformats.org/officeDocument/2006/relationships"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Definitions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2152" y="363127"/>
        <a:ext cx="2306203" cy="1383722"/>
      </dsp:txXfrm>
    </dsp:sp>
    <dsp:sp modelId="{DD5B347D-96C7-4D15-9E6B-ECCA3D1D5B22}">
      <dsp:nvSpPr>
        <dsp:cNvPr id="0" name=""/>
        <dsp:cNvSpPr/>
      </dsp:nvSpPr>
      <dsp:spPr>
        <a:xfrm>
          <a:off x="5143186" y="1009268"/>
          <a:ext cx="4998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82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79839" y="1052335"/>
        <a:ext cx="26521" cy="5304"/>
      </dsp:txXfrm>
    </dsp:sp>
    <dsp:sp modelId="{EEAD4670-C7AF-4B8C-A5DE-6FD98E4F8615}">
      <dsp:nvSpPr>
        <dsp:cNvPr id="0" name=""/>
        <dsp:cNvSpPr/>
      </dsp:nvSpPr>
      <dsp:spPr>
        <a:xfrm>
          <a:off x="2838783" y="363127"/>
          <a:ext cx="2306203" cy="13837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006" tIns="118620" rIns="113006" bIns="1186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Topic 2: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  <a:hlinkClick xmlns:r="http://schemas.openxmlformats.org/officeDocument/2006/relationships"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Methods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2838783" y="363127"/>
        <a:ext cx="2306203" cy="1383722"/>
      </dsp:txXfrm>
    </dsp:sp>
    <dsp:sp modelId="{8BE8632C-4E34-43D1-8D50-591B09800074}">
      <dsp:nvSpPr>
        <dsp:cNvPr id="0" name=""/>
        <dsp:cNvSpPr/>
      </dsp:nvSpPr>
      <dsp:spPr>
        <a:xfrm>
          <a:off x="7979816" y="1009268"/>
          <a:ext cx="4998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82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16469" y="1052335"/>
        <a:ext cx="26521" cy="5304"/>
      </dsp:txXfrm>
    </dsp:sp>
    <dsp:sp modelId="{64EDF6B7-B6AD-40CC-98F2-698365A6CC95}">
      <dsp:nvSpPr>
        <dsp:cNvPr id="0" name=""/>
        <dsp:cNvSpPr/>
      </dsp:nvSpPr>
      <dsp:spPr>
        <a:xfrm>
          <a:off x="5675413" y="363127"/>
          <a:ext cx="2306203" cy="13837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006" tIns="118620" rIns="113006" bIns="11862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Topic 3: Lead Time vs. Processing Time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chemeClr val="tx1"/>
              </a:solidFill>
              <a:hlinkClick xmlns:r="http://schemas.openxmlformats.org/officeDocument/2006/relationships"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Graphic</a:t>
          </a:r>
          <a:endParaRPr lang="en-US" sz="1100" kern="1200" dirty="0">
            <a:solidFill>
              <a:schemeClr val="tx1"/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chemeClr val="tx1"/>
              </a:solidFill>
              <a:hlinkClick xmlns:r="http://schemas.openxmlformats.org/officeDocument/2006/relationships"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Comparison</a:t>
          </a:r>
          <a:endParaRPr lang="en-US" sz="1100" kern="1200" dirty="0">
            <a:solidFill>
              <a:schemeClr val="tx1"/>
            </a:solidFill>
          </a:endParaRPr>
        </a:p>
      </dsp:txBody>
      <dsp:txXfrm>
        <a:off x="5675413" y="363127"/>
        <a:ext cx="2306203" cy="1383722"/>
      </dsp:txXfrm>
    </dsp:sp>
    <dsp:sp modelId="{096F7DF7-446B-4C78-8937-A3E53F480064}">
      <dsp:nvSpPr>
        <dsp:cNvPr id="0" name=""/>
        <dsp:cNvSpPr/>
      </dsp:nvSpPr>
      <dsp:spPr>
        <a:xfrm>
          <a:off x="1155254" y="1745049"/>
          <a:ext cx="8509890" cy="499826"/>
        </a:xfrm>
        <a:custGeom>
          <a:avLst/>
          <a:gdLst/>
          <a:ahLst/>
          <a:cxnLst/>
          <a:rect l="0" t="0" r="0" b="0"/>
          <a:pathLst>
            <a:path>
              <a:moveTo>
                <a:pt x="8509890" y="0"/>
              </a:moveTo>
              <a:lnTo>
                <a:pt x="8509890" y="267013"/>
              </a:lnTo>
              <a:lnTo>
                <a:pt x="0" y="267013"/>
              </a:lnTo>
              <a:lnTo>
                <a:pt x="0" y="499826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97039" y="1992310"/>
        <a:ext cx="426320" cy="5304"/>
      </dsp:txXfrm>
    </dsp:sp>
    <dsp:sp modelId="{7D725FC2-02A9-458F-9BA4-ECFEACA841C0}">
      <dsp:nvSpPr>
        <dsp:cNvPr id="0" name=""/>
        <dsp:cNvSpPr/>
      </dsp:nvSpPr>
      <dsp:spPr>
        <a:xfrm>
          <a:off x="8512043" y="363127"/>
          <a:ext cx="2306203" cy="13837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006" tIns="118620" rIns="113006" bIns="1186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Topic 4: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  <a:hlinkClick xmlns:r="http://schemas.openxmlformats.org/officeDocument/2006/relationships"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The Common Scenario: Lead Time Requiring Months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8512043" y="363127"/>
        <a:ext cx="2306203" cy="1383722"/>
      </dsp:txXfrm>
    </dsp:sp>
    <dsp:sp modelId="{3DF97427-602F-4506-B8AF-38198DB90119}">
      <dsp:nvSpPr>
        <dsp:cNvPr id="0" name=""/>
        <dsp:cNvSpPr/>
      </dsp:nvSpPr>
      <dsp:spPr>
        <a:xfrm>
          <a:off x="2306556" y="2923416"/>
          <a:ext cx="4998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82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43209" y="2966484"/>
        <a:ext cx="26521" cy="5304"/>
      </dsp:txXfrm>
    </dsp:sp>
    <dsp:sp modelId="{B0E25A8E-05A2-445D-BB54-33E89766147D}">
      <dsp:nvSpPr>
        <dsp:cNvPr id="0" name=""/>
        <dsp:cNvSpPr/>
      </dsp:nvSpPr>
      <dsp:spPr>
        <a:xfrm>
          <a:off x="2152" y="2277275"/>
          <a:ext cx="2306203" cy="13837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006" tIns="118620" rIns="113006" bIns="11862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Topic 5: The Ideal Scenario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chemeClr val="tx1"/>
              </a:solidFill>
              <a:hlinkClick xmlns:r="http://schemas.openxmlformats.org/officeDocument/2006/relationships"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Description</a:t>
          </a:r>
          <a:endParaRPr lang="en-US" sz="1100" kern="1200" dirty="0">
            <a:solidFill>
              <a:schemeClr val="tx1"/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chemeClr val="tx1"/>
              </a:solidFill>
              <a:hlinkClick xmlns:r="http://schemas.openxmlformats.org/officeDocument/2006/relationships"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Graphic</a:t>
          </a:r>
          <a:endParaRPr lang="en-US" sz="1100" kern="1200" dirty="0">
            <a:solidFill>
              <a:schemeClr val="tx1"/>
            </a:solidFill>
          </a:endParaRPr>
        </a:p>
      </dsp:txBody>
      <dsp:txXfrm>
        <a:off x="2152" y="2277275"/>
        <a:ext cx="2306203" cy="1383722"/>
      </dsp:txXfrm>
    </dsp:sp>
    <dsp:sp modelId="{EF604FC1-7D9B-4148-BA5C-0AB747AFACC2}">
      <dsp:nvSpPr>
        <dsp:cNvPr id="0" name=""/>
        <dsp:cNvSpPr/>
      </dsp:nvSpPr>
      <dsp:spPr>
        <a:xfrm>
          <a:off x="5143186" y="2923416"/>
          <a:ext cx="4998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82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79839" y="2966484"/>
        <a:ext cx="26521" cy="5304"/>
      </dsp:txXfrm>
    </dsp:sp>
    <dsp:sp modelId="{46F548B4-9B3E-43BA-9031-7AEC042EB575}">
      <dsp:nvSpPr>
        <dsp:cNvPr id="0" name=""/>
        <dsp:cNvSpPr/>
      </dsp:nvSpPr>
      <dsp:spPr>
        <a:xfrm>
          <a:off x="2838783" y="2277275"/>
          <a:ext cx="2306203" cy="13837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006" tIns="118620" rIns="113006" bIns="11862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Topic 6: The Three Ways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chemeClr val="tx1"/>
              </a:solidFill>
              <a:hlinkClick xmlns:r="http://schemas.openxmlformats.org/officeDocument/2006/relationships"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Description</a:t>
          </a:r>
          <a:endParaRPr lang="en-US" sz="1100" kern="1200" dirty="0">
            <a:solidFill>
              <a:schemeClr val="tx1"/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chemeClr val="tx1"/>
              </a:solidFill>
              <a:hlinkClick xmlns:r="http://schemas.openxmlformats.org/officeDocument/2006/relationships"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The First Way</a:t>
          </a:r>
          <a:endParaRPr lang="en-US" sz="1100" kern="1200" dirty="0">
            <a:solidFill>
              <a:schemeClr val="tx1"/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chemeClr val="tx1"/>
              </a:solidFill>
              <a:hlinkClick xmlns:r="http://schemas.openxmlformats.org/officeDocument/2006/relationships"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The Second Way</a:t>
          </a:r>
          <a:endParaRPr lang="en-US" sz="1100" kern="1200" dirty="0">
            <a:solidFill>
              <a:schemeClr val="tx1"/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chemeClr val="tx1"/>
              </a:solidFill>
              <a:hlinkClick xmlns:r="http://schemas.openxmlformats.org/officeDocument/2006/relationships"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The Third Way</a:t>
          </a:r>
          <a:endParaRPr lang="en-US" sz="1100" kern="1200" dirty="0">
            <a:solidFill>
              <a:schemeClr val="tx1"/>
            </a:solidFill>
          </a:endParaRPr>
        </a:p>
      </dsp:txBody>
      <dsp:txXfrm>
        <a:off x="2838783" y="2277275"/>
        <a:ext cx="2306203" cy="1383722"/>
      </dsp:txXfrm>
    </dsp:sp>
    <dsp:sp modelId="{4AD765B5-D091-4BCF-8E01-C3BED89F0F33}">
      <dsp:nvSpPr>
        <dsp:cNvPr id="0" name=""/>
        <dsp:cNvSpPr/>
      </dsp:nvSpPr>
      <dsp:spPr>
        <a:xfrm>
          <a:off x="5675413" y="2277275"/>
          <a:ext cx="2306203" cy="13837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006" tIns="118620" rIns="113006" bIns="1186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  <a:hlinkClick xmlns:r="http://schemas.openxmlformats.org/officeDocument/2006/relationships"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Citation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5675413" y="2277275"/>
        <a:ext cx="2306203" cy="13837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7AA2A-E971-4FED-92C7-421AB8F4C15F}">
      <dsp:nvSpPr>
        <dsp:cNvPr id="0" name=""/>
        <dsp:cNvSpPr/>
      </dsp:nvSpPr>
      <dsp:spPr>
        <a:xfrm>
          <a:off x="0" y="58293"/>
          <a:ext cx="10820400" cy="6236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Lean Manufacturing</a:t>
          </a:r>
        </a:p>
      </dsp:txBody>
      <dsp:txXfrm>
        <a:off x="30442" y="88735"/>
        <a:ext cx="10759516" cy="562726"/>
      </dsp:txXfrm>
    </dsp:sp>
    <dsp:sp modelId="{92C36235-23AB-452D-A4C1-8BC048DE7563}">
      <dsp:nvSpPr>
        <dsp:cNvPr id="0" name=""/>
        <dsp:cNvSpPr/>
      </dsp:nvSpPr>
      <dsp:spPr>
        <a:xfrm>
          <a:off x="0" y="681903"/>
          <a:ext cx="10820400" cy="632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3548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A philosophy that </a:t>
          </a:r>
          <a:r>
            <a:rPr lang="en-US" sz="2000" b="0" i="0" kern="1200" dirty="0"/>
            <a:t>seeks to refine the manufacturing process by minimizing waste while increasing the value offered to customers </a:t>
          </a:r>
          <a:r>
            <a:rPr lang="en-US" sz="2000" b="0" i="0" kern="1200" baseline="30000" dirty="0">
              <a:hlinkClick xmlns:r="http://schemas.openxmlformats.org/officeDocument/2006/relationships" r:id=""/>
            </a:rPr>
            <a:t>(2)</a:t>
          </a:r>
          <a:endParaRPr lang="en-US" sz="2000" kern="1200" baseline="30000" dirty="0"/>
        </a:p>
      </dsp:txBody>
      <dsp:txXfrm>
        <a:off x="0" y="681903"/>
        <a:ext cx="10820400" cy="632385"/>
      </dsp:txXfrm>
    </dsp:sp>
    <dsp:sp modelId="{E80A7638-B825-460F-B806-1DBD2525536E}">
      <dsp:nvSpPr>
        <dsp:cNvPr id="0" name=""/>
        <dsp:cNvSpPr/>
      </dsp:nvSpPr>
      <dsp:spPr>
        <a:xfrm>
          <a:off x="0" y="1314288"/>
          <a:ext cx="10820400" cy="6236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Value Stream</a:t>
          </a:r>
        </a:p>
      </dsp:txBody>
      <dsp:txXfrm>
        <a:off x="30442" y="1344730"/>
        <a:ext cx="10759516" cy="562726"/>
      </dsp:txXfrm>
    </dsp:sp>
    <dsp:sp modelId="{D3E8E7D4-1918-4B1C-8D35-DBA3375E087A}">
      <dsp:nvSpPr>
        <dsp:cNvPr id="0" name=""/>
        <dsp:cNvSpPr/>
      </dsp:nvSpPr>
      <dsp:spPr>
        <a:xfrm>
          <a:off x="0" y="1937898"/>
          <a:ext cx="10820400" cy="1533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3548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In Manufacturing: the sequence of activities an organization undertakes to deliver upon a customer request or the sequence of activities required to design produce and deliver a good or service to a customer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In Technology: the process required to convert a business hypothesis into a technology enabled service or feature the delivers value to the customer</a:t>
          </a:r>
        </a:p>
      </dsp:txBody>
      <dsp:txXfrm>
        <a:off x="0" y="1937898"/>
        <a:ext cx="10820400" cy="15338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12BA91-AEC2-4202-995A-0F0E2AD043E1}">
      <dsp:nvSpPr>
        <dsp:cNvPr id="0" name=""/>
        <dsp:cNvSpPr/>
      </dsp:nvSpPr>
      <dsp:spPr>
        <a:xfrm>
          <a:off x="0" y="111184"/>
          <a:ext cx="6403994" cy="11536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 this scenario, developers receive fast, constant feedback.</a:t>
          </a:r>
        </a:p>
      </dsp:txBody>
      <dsp:txXfrm>
        <a:off x="56315" y="167499"/>
        <a:ext cx="6291364" cy="1040990"/>
      </dsp:txXfrm>
    </dsp:sp>
    <dsp:sp modelId="{40E1596D-4CD0-4705-9513-5A2F9609EB9F}">
      <dsp:nvSpPr>
        <dsp:cNvPr id="0" name=""/>
        <dsp:cNvSpPr/>
      </dsp:nvSpPr>
      <dsp:spPr>
        <a:xfrm>
          <a:off x="0" y="1348324"/>
          <a:ext cx="6403994" cy="1153620"/>
        </a:xfrm>
        <a:prstGeom prst="roundRect">
          <a:avLst/>
        </a:prstGeom>
        <a:gradFill rotWithShape="0">
          <a:gsLst>
            <a:gs pos="0">
              <a:schemeClr val="accent2">
                <a:hueOff val="383163"/>
                <a:satOff val="-6257"/>
                <a:lumOff val="392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383163"/>
                <a:satOff val="-6257"/>
                <a:lumOff val="392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Continual small code changes</a:t>
          </a:r>
        </a:p>
      </dsp:txBody>
      <dsp:txXfrm>
        <a:off x="56315" y="1404639"/>
        <a:ext cx="6291364" cy="1040990"/>
      </dsp:txXfrm>
    </dsp:sp>
    <dsp:sp modelId="{2A213F16-CCC1-45EC-9CE3-EF9834F273D7}">
      <dsp:nvSpPr>
        <dsp:cNvPr id="0" name=""/>
        <dsp:cNvSpPr/>
      </dsp:nvSpPr>
      <dsp:spPr>
        <a:xfrm>
          <a:off x="0" y="2585464"/>
          <a:ext cx="6403994" cy="1153620"/>
        </a:xfrm>
        <a:prstGeom prst="roundRect">
          <a:avLst/>
        </a:prstGeom>
        <a:gradFill rotWithShape="0">
          <a:gsLst>
            <a:gs pos="0">
              <a:schemeClr val="accent2">
                <a:hueOff val="766327"/>
                <a:satOff val="-12515"/>
                <a:lumOff val="784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766327"/>
                <a:satOff val="-12515"/>
                <a:lumOff val="784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Automated testing and deployment</a:t>
          </a:r>
        </a:p>
      </dsp:txBody>
      <dsp:txXfrm>
        <a:off x="56315" y="2641779"/>
        <a:ext cx="6291364" cy="1040990"/>
      </dsp:txXfrm>
    </dsp:sp>
    <dsp:sp modelId="{43D3EA5C-812E-4623-A297-06AE7967EE46}">
      <dsp:nvSpPr>
        <dsp:cNvPr id="0" name=""/>
        <dsp:cNvSpPr/>
      </dsp:nvSpPr>
      <dsp:spPr>
        <a:xfrm>
          <a:off x="0" y="3822604"/>
          <a:ext cx="6403994" cy="1153620"/>
        </a:xfrm>
        <a:prstGeom prst="roundRect">
          <a:avLst/>
        </a:prstGeom>
        <a:gradFill rotWithShape="0">
          <a:gsLst>
            <a:gs pos="0">
              <a:schemeClr val="accent2">
                <a:hueOff val="1149490"/>
                <a:satOff val="-18772"/>
                <a:lumOff val="1176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1149490"/>
                <a:satOff val="-18772"/>
                <a:lumOff val="1176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High level of confidence that our changes will operate as designed</a:t>
          </a:r>
        </a:p>
      </dsp:txBody>
      <dsp:txXfrm>
        <a:off x="56315" y="3878919"/>
        <a:ext cx="6291364" cy="10409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C09653-5906-4062-894A-562F9880B54E}">
      <dsp:nvSpPr>
        <dsp:cNvPr id="0" name=""/>
        <dsp:cNvSpPr/>
      </dsp:nvSpPr>
      <dsp:spPr>
        <a:xfrm>
          <a:off x="0" y="0"/>
          <a:ext cx="6290226" cy="15769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40E784-F93F-4334-BFB2-C4247F52833C}">
      <dsp:nvSpPr>
        <dsp:cNvPr id="0" name=""/>
        <dsp:cNvSpPr/>
      </dsp:nvSpPr>
      <dsp:spPr>
        <a:xfrm>
          <a:off x="477034" y="360136"/>
          <a:ext cx="868183" cy="8673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944724-549F-4E01-8B66-B877D0D8B680}">
      <dsp:nvSpPr>
        <dsp:cNvPr id="0" name=""/>
        <dsp:cNvSpPr/>
      </dsp:nvSpPr>
      <dsp:spPr>
        <a:xfrm>
          <a:off x="1822253" y="5317"/>
          <a:ext cx="2830601" cy="157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060" tIns="167060" rIns="167060" bIns="1670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First Way: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“Create fast, smooth flow of work from Development to Operations to the customer by optimizing the entire system.”</a:t>
          </a:r>
        </a:p>
      </dsp:txBody>
      <dsp:txXfrm>
        <a:off x="1822253" y="5317"/>
        <a:ext cx="2830601" cy="1578515"/>
      </dsp:txXfrm>
    </dsp:sp>
    <dsp:sp modelId="{C6C7321D-ED05-4A5F-AF76-E0756C4F63EF}">
      <dsp:nvSpPr>
        <dsp:cNvPr id="0" name=""/>
        <dsp:cNvSpPr/>
      </dsp:nvSpPr>
      <dsp:spPr>
        <a:xfrm>
          <a:off x="4652854" y="5317"/>
          <a:ext cx="1492451" cy="1576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896" tIns="166896" rIns="166896" bIns="16689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One-Way Left to right flow of work from Development to Operations</a:t>
          </a:r>
        </a:p>
      </dsp:txBody>
      <dsp:txXfrm>
        <a:off x="4652854" y="5317"/>
        <a:ext cx="1492451" cy="1576974"/>
      </dsp:txXfrm>
    </dsp:sp>
    <dsp:sp modelId="{C231F0F4-D11F-4B1E-9F51-E13FDFBA3C7F}">
      <dsp:nvSpPr>
        <dsp:cNvPr id="0" name=""/>
        <dsp:cNvSpPr/>
      </dsp:nvSpPr>
      <dsp:spPr>
        <a:xfrm>
          <a:off x="0" y="1934614"/>
          <a:ext cx="6290226" cy="15769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2E93F8-D42D-4EE6-AE24-2D6D99C5E7FF}">
      <dsp:nvSpPr>
        <dsp:cNvPr id="0" name=""/>
        <dsp:cNvSpPr/>
      </dsp:nvSpPr>
      <dsp:spPr>
        <a:xfrm>
          <a:off x="477034" y="2289433"/>
          <a:ext cx="868183" cy="8673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7C4FA-A1B3-4173-BA0C-CCDDD65BF9A8}">
      <dsp:nvSpPr>
        <dsp:cNvPr id="0" name=""/>
        <dsp:cNvSpPr/>
      </dsp:nvSpPr>
      <dsp:spPr>
        <a:xfrm>
          <a:off x="1822253" y="1934614"/>
          <a:ext cx="2830601" cy="157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060" tIns="167060" rIns="167060" bIns="1670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Second Way:</a:t>
          </a:r>
          <a:br>
            <a:rPr lang="en-US" sz="1400" b="1" kern="1200" dirty="0"/>
          </a:br>
          <a:r>
            <a:rPr lang="en-US" sz="1400" b="0" kern="1200" dirty="0"/>
            <a:t>“Enable continuous, amplified feedback loops from Operations back to Development to ensure quality, safety, and rapid correction of issues.”</a:t>
          </a:r>
        </a:p>
      </dsp:txBody>
      <dsp:txXfrm>
        <a:off x="1822253" y="1934614"/>
        <a:ext cx="2830601" cy="1578515"/>
      </dsp:txXfrm>
    </dsp:sp>
    <dsp:sp modelId="{FB388791-99F6-4E5A-AEA1-51CD2671674C}">
      <dsp:nvSpPr>
        <dsp:cNvPr id="0" name=""/>
        <dsp:cNvSpPr/>
      </dsp:nvSpPr>
      <dsp:spPr>
        <a:xfrm>
          <a:off x="4652854" y="1934614"/>
          <a:ext cx="1492451" cy="1576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896" tIns="166896" rIns="166896" bIns="16689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Flow of feedback from Operations to Development and back to Operations</a:t>
          </a:r>
        </a:p>
      </dsp:txBody>
      <dsp:txXfrm>
        <a:off x="4652854" y="1934614"/>
        <a:ext cx="1492451" cy="1576974"/>
      </dsp:txXfrm>
    </dsp:sp>
    <dsp:sp modelId="{29A60595-356E-438B-8F20-D17527A6EAAC}">
      <dsp:nvSpPr>
        <dsp:cNvPr id="0" name=""/>
        <dsp:cNvSpPr/>
      </dsp:nvSpPr>
      <dsp:spPr>
        <a:xfrm>
          <a:off x="0" y="3863911"/>
          <a:ext cx="6290226" cy="15769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A4AB58-F95A-4165-B2CB-AC1CBA5844D7}">
      <dsp:nvSpPr>
        <dsp:cNvPr id="0" name=""/>
        <dsp:cNvSpPr/>
      </dsp:nvSpPr>
      <dsp:spPr>
        <a:xfrm>
          <a:off x="477034" y="4218730"/>
          <a:ext cx="868183" cy="8673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2767CC-6562-4D7E-89D1-04395B9E0F32}">
      <dsp:nvSpPr>
        <dsp:cNvPr id="0" name=""/>
        <dsp:cNvSpPr/>
      </dsp:nvSpPr>
      <dsp:spPr>
        <a:xfrm>
          <a:off x="1822253" y="3863911"/>
          <a:ext cx="2830601" cy="157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060" tIns="167060" rIns="167060" bIns="1670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Third Way: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“A culture of continual learning, experimentation, and risk-tolerant improvement.”</a:t>
          </a:r>
        </a:p>
      </dsp:txBody>
      <dsp:txXfrm>
        <a:off x="1822253" y="3863911"/>
        <a:ext cx="2830601" cy="1578515"/>
      </dsp:txXfrm>
    </dsp:sp>
    <dsp:sp modelId="{6B23EE95-9E02-476D-8C59-A76CC7EDCB51}">
      <dsp:nvSpPr>
        <dsp:cNvPr id="0" name=""/>
        <dsp:cNvSpPr/>
      </dsp:nvSpPr>
      <dsp:spPr>
        <a:xfrm>
          <a:off x="4652854" y="3863911"/>
          <a:ext cx="1492451" cy="1576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896" tIns="166896" rIns="166896" bIns="16689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Continuous feedback back and forth between Operations and Development</a:t>
          </a:r>
        </a:p>
      </dsp:txBody>
      <dsp:txXfrm>
        <a:off x="4652854" y="3863911"/>
        <a:ext cx="1492451" cy="15769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AAB88D-A5C1-4439-983C-1B0064BD27D7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FDAF2-F5DB-4EF7-A132-CC44204D2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2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FDAF2-F5DB-4EF7-A132-CC44204D2B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79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B8022CB0-96DA-48BF-91CA-96EAC106647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B0D88B8-F30E-4300-9D13-CD17D3E4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3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2CB0-96DA-48BF-91CA-96EAC106647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D88B8-F30E-4300-9D13-CD17D3E4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73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8022CB0-96DA-48BF-91CA-96EAC106647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B0D88B8-F30E-4300-9D13-CD17D3E4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68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2CB0-96DA-48BF-91CA-96EAC106647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D88B8-F30E-4300-9D13-CD17D3E4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1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2CB0-96DA-48BF-91CA-96EAC106647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D88B8-F30E-4300-9D13-CD17D3E4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8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2CB0-96DA-48BF-91CA-96EAC106647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D88B8-F30E-4300-9D13-CD17D3E4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68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2CB0-96DA-48BF-91CA-96EAC106647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D88B8-F30E-4300-9D13-CD17D3E4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6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2CB0-96DA-48BF-91CA-96EAC106647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D88B8-F30E-4300-9D13-CD17D3E4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1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2CB0-96DA-48BF-91CA-96EAC106647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D88B8-F30E-4300-9D13-CD17D3E4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8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2CB0-96DA-48BF-91CA-96EAC106647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D88B8-F30E-4300-9D13-CD17D3E4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3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8022CB0-96DA-48BF-91CA-96EAC106647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B0D88B8-F30E-4300-9D13-CD17D3E4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536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8022CB0-96DA-48BF-91CA-96EAC106647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B0D88B8-F30E-4300-9D13-CD17D3E41E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1229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8022CB0-96DA-48BF-91CA-96EAC106647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B0D88B8-F30E-4300-9D13-CD17D3E4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037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2CB0-96DA-48BF-91CA-96EAC106647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D88B8-F30E-4300-9D13-CD17D3E4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017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2CB0-96DA-48BF-91CA-96EAC106647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D88B8-F30E-4300-9D13-CD17D3E4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72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2CB0-96DA-48BF-91CA-96EAC106647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D88B8-F30E-4300-9D13-CD17D3E4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554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8022CB0-96DA-48BF-91CA-96EAC106647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B0D88B8-F30E-4300-9D13-CD17D3E4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7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22CB0-96DA-48BF-91CA-96EAC106647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D88B8-F30E-4300-9D13-CD17D3E4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2996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itrevolution.com/articles/the-three-ways-principles-underpinning-devops/?utm_source=chatgpt.com" TargetMode="External"/><Relationship Id="rId2" Type="http://schemas.openxmlformats.org/officeDocument/2006/relationships/hyperlink" Target="https://www.netsuite.com/portal/resource/articles/erp/lean-manufacturing.s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1B8A6-C869-38BD-0C55-4B47E868CA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Technology Value Stream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1C659B-662C-AEA1-BB80-13E777FE22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800"/>
              <a:t>Katherine Brown (Graham)</a:t>
            </a:r>
            <a:endParaRPr lang="en-US" sz="2800" dirty="0"/>
          </a:p>
          <a:p>
            <a:r>
              <a:rPr lang="en-US" sz="2800" dirty="0"/>
              <a:t>CSD 380</a:t>
            </a:r>
          </a:p>
          <a:p>
            <a:r>
              <a:rPr lang="en-US" sz="2800" dirty="0"/>
              <a:t>Module 1 – Assignment 1</a:t>
            </a:r>
          </a:p>
        </p:txBody>
      </p:sp>
    </p:spTree>
    <p:extLst>
      <p:ext uri="{BB962C8B-B14F-4D97-AF65-F5344CB8AC3E}">
        <p14:creationId xmlns:p14="http://schemas.microsoft.com/office/powerpoint/2010/main" val="1054102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FAEAE-97BB-812D-7AC8-9A1750F36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9EF980-55CB-A40D-7CC0-2EE41EE391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4214024"/>
              </p:ext>
            </p:extLst>
          </p:nvPr>
        </p:nvGraphicFramePr>
        <p:xfrm>
          <a:off x="685800" y="2194560"/>
          <a:ext cx="10820400" cy="4024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476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B6FD3-7443-85AE-F344-1F38B6A98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dirty="0"/>
              <a:t>Definitions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6E1EEE-7114-69C9-82B6-47E39D081D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2977416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35354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24D22-7332-D92C-E220-63AA1E705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this is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C398F-53C9-3D2D-DAE9-738CD74B4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Agile or Iterative process</a:t>
            </a:r>
          </a:p>
          <a:p>
            <a:pPr lvl="1"/>
            <a:r>
              <a:rPr lang="en-US" dirty="0"/>
              <a:t>Translate requirements into User Stories</a:t>
            </a:r>
          </a:p>
          <a:p>
            <a:pPr lvl="1"/>
            <a:r>
              <a:rPr lang="en-US" dirty="0"/>
              <a:t>Implement these requirement in code or service being built</a:t>
            </a:r>
          </a:p>
          <a:p>
            <a:pPr lvl="1"/>
            <a:r>
              <a:rPr lang="en-US" dirty="0"/>
              <a:t>Code is check into version control repository</a:t>
            </a:r>
          </a:p>
          <a:p>
            <a:pPr lvl="1"/>
            <a:r>
              <a:rPr lang="en-US" dirty="0"/>
              <a:t>Test</a:t>
            </a:r>
          </a:p>
          <a:p>
            <a:pPr lvl="1"/>
            <a:r>
              <a:rPr lang="en-US" dirty="0"/>
              <a:t>Repeat</a:t>
            </a:r>
          </a:p>
          <a:p>
            <a:r>
              <a:rPr lang="en-US" dirty="0"/>
              <a:t>Phases</a:t>
            </a:r>
          </a:p>
          <a:p>
            <a:pPr lvl="1"/>
            <a:r>
              <a:rPr lang="en-US" dirty="0"/>
              <a:t>Phase 1: Design and Development</a:t>
            </a:r>
          </a:p>
          <a:p>
            <a:pPr lvl="1"/>
            <a:r>
              <a:rPr lang="en-US" dirty="0"/>
              <a:t>Phase 2: Testing, Deployment, Operations</a:t>
            </a:r>
          </a:p>
        </p:txBody>
      </p:sp>
    </p:spTree>
    <p:extLst>
      <p:ext uri="{BB962C8B-B14F-4D97-AF65-F5344CB8AC3E}">
        <p14:creationId xmlns:p14="http://schemas.microsoft.com/office/powerpoint/2010/main" val="4099256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746BA-F858-B5ED-AC49-1EEFEB738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 time vs Processing time</a:t>
            </a:r>
          </a:p>
        </p:txBody>
      </p:sp>
      <p:pic>
        <p:nvPicPr>
          <p:cNvPr id="13" name="Content Placeholder 12" descr="A diagram of a process">
            <a:extLst>
              <a:ext uri="{FF2B5EF4-FFF2-40B4-BE49-F238E27FC236}">
                <a16:creationId xmlns:a16="http://schemas.microsoft.com/office/drawing/2014/main" id="{40F080CD-F0FE-DBB6-4CD7-497CD1E874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559" y="1933503"/>
            <a:ext cx="9986109" cy="4426252"/>
          </a:xfrm>
        </p:spPr>
      </p:pic>
    </p:spTree>
    <p:extLst>
      <p:ext uri="{BB962C8B-B14F-4D97-AF65-F5344CB8AC3E}">
        <p14:creationId xmlns:p14="http://schemas.microsoft.com/office/powerpoint/2010/main" val="81048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E370B7-2005-01A4-EEBB-D64487DA0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 time vs Processing time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6D906-2020-6D96-F8F5-D4BEDD9B8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Time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064D86-8019-F1A7-3419-78FC6F97EB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Clock starts when the request is made and stops when the request is complete.</a:t>
            </a:r>
          </a:p>
          <a:p>
            <a:r>
              <a:rPr lang="en-US" dirty="0"/>
              <a:t>What the customer experiences.</a:t>
            </a:r>
          </a:p>
          <a:p>
            <a:r>
              <a:rPr lang="en-US" dirty="0"/>
              <a:t>Measure of efficiency as a whole.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3F00A1-5298-EC03-B4EC-25534510DF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Processing time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048785-E9EB-9454-DF92-8A200D15FA6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Clock starts when the work is started and stops when the request is complete.</a:t>
            </a:r>
          </a:p>
        </p:txBody>
      </p:sp>
    </p:spTree>
    <p:extLst>
      <p:ext uri="{BB962C8B-B14F-4D97-AF65-F5344CB8AC3E}">
        <p14:creationId xmlns:p14="http://schemas.microsoft.com/office/powerpoint/2010/main" val="3590263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B22826-0053-DF7D-9FBB-B19FAC4F2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common Scenario: </a:t>
            </a:r>
            <a:r>
              <a:rPr lang="en-US" i="1" dirty="0"/>
              <a:t>Deployment Lead Times Requiring Months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7F1933-2691-0C1B-CCEB-AE3D9B12CF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5486400" cy="2880012"/>
          </a:xfrm>
        </p:spPr>
        <p:txBody>
          <a:bodyPr/>
          <a:lstStyle/>
          <a:p>
            <a:r>
              <a:rPr lang="en-US" dirty="0"/>
              <a:t>Common in large, complex organizations.</a:t>
            </a:r>
          </a:p>
          <a:p>
            <a:pPr lvl="1"/>
            <a:r>
              <a:rPr lang="en-US" dirty="0"/>
              <a:t>Scarce integration test environments</a:t>
            </a:r>
          </a:p>
          <a:p>
            <a:pPr lvl="1"/>
            <a:r>
              <a:rPr lang="en-US" dirty="0"/>
              <a:t>Long test and production lead times</a:t>
            </a:r>
          </a:p>
          <a:p>
            <a:pPr lvl="1"/>
            <a:r>
              <a:rPr lang="en-US" dirty="0"/>
              <a:t>High reliance on manual testing</a:t>
            </a:r>
          </a:p>
          <a:p>
            <a:pPr lvl="1"/>
            <a:r>
              <a:rPr lang="en-US" dirty="0"/>
              <a:t>Multiple approval processes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A5807B2-8F33-7F38-44AC-A61BDA5D6E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Heroics are required at every stage</a:t>
            </a:r>
          </a:p>
          <a:p>
            <a:r>
              <a:rPr lang="en-US" dirty="0"/>
              <a:t>This leads to poor customer outcomes</a:t>
            </a:r>
          </a:p>
          <a:p>
            <a:endParaRPr lang="en-US" b="1" dirty="0"/>
          </a:p>
        </p:txBody>
      </p:sp>
      <p:pic>
        <p:nvPicPr>
          <p:cNvPr id="14" name="Picture 13" descr="A diagram of a diagram of people&#10;&#10;AI-generated content may be incorrect.">
            <a:extLst>
              <a:ext uri="{FF2B5EF4-FFF2-40B4-BE49-F238E27FC236}">
                <a16:creationId xmlns:a16="http://schemas.microsoft.com/office/drawing/2014/main" id="{FB65EEE1-D050-AF9D-F706-2ED8C6698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785" y="4456740"/>
            <a:ext cx="8250857" cy="207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94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BD2399-7475-404C-BAC9-E55E16769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748104-6E76-4AD9-9940-82154F97E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6237E0-D072-0817-3219-51F145972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 sz="3200" dirty="0"/>
              <a:t>The Ideal Scenario:</a:t>
            </a:r>
            <a:br>
              <a:rPr lang="en-US" sz="3200" dirty="0"/>
            </a:br>
            <a:r>
              <a:rPr lang="en-US" sz="3200" i="1" dirty="0"/>
              <a:t>Deployment Lead Times of Minutes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9DEDB06-E3CD-0709-E3B9-F92B516B4E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8497934"/>
              </p:ext>
            </p:extLst>
          </p:nvPr>
        </p:nvGraphicFramePr>
        <p:xfrm>
          <a:off x="4678344" y="1127125"/>
          <a:ext cx="6403994" cy="5087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50598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C05B4-8AB8-215A-38C3-B8055481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Ideal Scenario</a:t>
            </a:r>
          </a:p>
        </p:txBody>
      </p:sp>
      <p:pic>
        <p:nvPicPr>
          <p:cNvPr id="5" name="Content Placeholder 4" descr="A diagram of a process&#10;&#10;AI-generated content may be incorrect.">
            <a:extLst>
              <a:ext uri="{FF2B5EF4-FFF2-40B4-BE49-F238E27FC236}">
                <a16:creationId xmlns:a16="http://schemas.microsoft.com/office/drawing/2014/main" id="{E45A6003-23B5-3E17-3AB7-EEBA22EEC3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541" y="2193925"/>
            <a:ext cx="8602918" cy="4024313"/>
          </a:xfrm>
        </p:spPr>
      </p:pic>
    </p:spTree>
    <p:extLst>
      <p:ext uri="{BB962C8B-B14F-4D97-AF65-F5344CB8AC3E}">
        <p14:creationId xmlns:p14="http://schemas.microsoft.com/office/powerpoint/2010/main" val="1532057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05E1FE-8052-B775-DFDA-153477A07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The Three Ways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F67B5B-D07E-7922-C181-4634555CB6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2824864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818654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0D36C9-6C67-34CE-05DF-0A00EDB58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57119"/>
            <a:ext cx="8610600" cy="1293028"/>
          </a:xfrm>
        </p:spPr>
        <p:txBody>
          <a:bodyPr/>
          <a:lstStyle/>
          <a:p>
            <a:r>
              <a:rPr lang="en-US" dirty="0"/>
              <a:t>The three ways:</a:t>
            </a:r>
            <a:br>
              <a:rPr lang="en-US" dirty="0"/>
            </a:br>
            <a:r>
              <a:rPr lang="en-US" dirty="0"/>
              <a:t>The First Way </a:t>
            </a:r>
            <a:r>
              <a:rPr lang="en-US" baseline="30000" dirty="0">
                <a:hlinkClick r:id="rId2" action="ppaction://hlinksldjump"/>
              </a:rPr>
              <a:t>(3)</a:t>
            </a:r>
            <a:r>
              <a:rPr lang="en-US" dirty="0"/>
              <a:t>	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DBC96A-C1ED-1BC9-8BA0-30EB19607D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771937"/>
            <a:ext cx="5334000" cy="4024125"/>
          </a:xfrm>
        </p:spPr>
        <p:txBody>
          <a:bodyPr/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Fast</a:t>
            </a:r>
          </a:p>
          <a:p>
            <a:pPr lvl="1"/>
            <a:r>
              <a:rPr lang="en-US" dirty="0"/>
              <a:t>No bottlenecks – flow is one-way</a:t>
            </a:r>
          </a:p>
          <a:p>
            <a:pPr lvl="1"/>
            <a:r>
              <a:rPr lang="en-US" dirty="0"/>
              <a:t>Predictable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74B321-B95D-66DD-09D3-C1CB4A32A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771938"/>
            <a:ext cx="5334000" cy="4024125"/>
          </a:xfrm>
        </p:spPr>
        <p:txBody>
          <a:bodyPr/>
          <a:lstStyle/>
          <a:p>
            <a:r>
              <a:rPr lang="en-US" dirty="0"/>
              <a:t>Cons</a:t>
            </a:r>
          </a:p>
          <a:p>
            <a:pPr lvl="1"/>
            <a:r>
              <a:rPr lang="en-US" dirty="0"/>
              <a:t>Limited visibility to downstream issues</a:t>
            </a:r>
          </a:p>
          <a:p>
            <a:pPr lvl="1"/>
            <a:r>
              <a:rPr lang="en-US" dirty="0"/>
              <a:t>Risk of poor quality – work moves forward with no feedback</a:t>
            </a:r>
          </a:p>
          <a:p>
            <a:pPr lvl="1"/>
            <a:r>
              <a:rPr lang="en-US" dirty="0"/>
              <a:t>Operations doesn’t get feedback mid stream</a:t>
            </a:r>
          </a:p>
          <a:p>
            <a:pPr lvl="1"/>
            <a:r>
              <a:rPr lang="en-US" dirty="0"/>
              <a:t>Work stream silos do not enable collaboration or experimentation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318FEA-FA77-3049-B76D-E7747EA06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108437"/>
            <a:ext cx="5410200" cy="144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317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6A49D-9108-9B10-EB22-6A8CDF8E5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three ways:</a:t>
            </a:r>
            <a:br>
              <a:rPr lang="en-US" dirty="0"/>
            </a:br>
            <a:r>
              <a:rPr lang="en-US" dirty="0"/>
              <a:t>The Second Way </a:t>
            </a:r>
            <a:r>
              <a:rPr lang="en-US" baseline="30000" dirty="0">
                <a:hlinkClick r:id="rId2" action="ppaction://hlinksldjump"/>
              </a:rPr>
              <a:t>(3)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3F285-E109-AAD3-FB12-A79AB6C209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Higher quality outcomes</a:t>
            </a:r>
          </a:p>
          <a:p>
            <a:pPr lvl="1"/>
            <a:r>
              <a:rPr lang="en-US" dirty="0"/>
              <a:t>More collaboration between Dev and Ops</a:t>
            </a:r>
          </a:p>
          <a:p>
            <a:pPr lvl="1"/>
            <a:r>
              <a:rPr lang="en-US" dirty="0"/>
              <a:t>Early detection of problems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0C36F-3AB1-C316-05B0-AC2B3354DE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Cons</a:t>
            </a:r>
          </a:p>
          <a:p>
            <a:pPr lvl="1"/>
            <a:r>
              <a:rPr lang="en-US" dirty="0"/>
              <a:t>Potential for too much work in progress if not managed appropriately</a:t>
            </a:r>
          </a:p>
          <a:p>
            <a:pPr lvl="1"/>
            <a:r>
              <a:rPr lang="en-US" dirty="0"/>
              <a:t>Potential for being overwhelmed with feedback</a:t>
            </a:r>
          </a:p>
          <a:p>
            <a:pPr lvl="1"/>
            <a:r>
              <a:rPr lang="en-US" dirty="0"/>
              <a:t>Potential of scope creep</a:t>
            </a:r>
          </a:p>
          <a:p>
            <a:pPr lvl="1"/>
            <a:r>
              <a:rPr lang="en-US" dirty="0"/>
              <a:t>Slower than the first way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2A8F5F-7B98-F72F-035B-92AE58D27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887" y="4384144"/>
            <a:ext cx="4600913" cy="170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94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2ED1-3CC5-D5D3-AFED-0D1128B3F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55D2-508F-800E-CB11-0AF60688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three ways:</a:t>
            </a:r>
            <a:br>
              <a:rPr lang="en-US" dirty="0"/>
            </a:br>
            <a:r>
              <a:rPr lang="en-US" dirty="0"/>
              <a:t>The Third Way </a:t>
            </a:r>
            <a:r>
              <a:rPr lang="en-US" baseline="30000" dirty="0">
                <a:hlinkClick r:id="rId2" action="ppaction://hlinksldjump"/>
              </a:rPr>
              <a:t>(3)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F5004-1E8A-E5DA-BCE9-57A2DA3F71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Encourages innovation</a:t>
            </a:r>
          </a:p>
          <a:p>
            <a:pPr lvl="1"/>
            <a:r>
              <a:rPr lang="en-US" dirty="0"/>
              <a:t>Better morale and engagement from Dev</a:t>
            </a:r>
          </a:p>
          <a:p>
            <a:pPr lvl="1"/>
            <a:r>
              <a:rPr lang="en-US" dirty="0"/>
              <a:t>Long term growth not short term efficiency</a:t>
            </a:r>
          </a:p>
          <a:p>
            <a:pPr lvl="1"/>
            <a:r>
              <a:rPr lang="en-US" dirty="0"/>
              <a:t>Failure becomes learning opportunities</a:t>
            </a:r>
          </a:p>
          <a:p>
            <a:pPr lvl="1"/>
            <a:r>
              <a:rPr lang="en-US" dirty="0"/>
              <a:t>Customer insights drive continuous product improvement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DB0A7-BB31-7FE6-9B48-793C28E408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Cons</a:t>
            </a:r>
          </a:p>
          <a:p>
            <a:pPr lvl="1"/>
            <a:r>
              <a:rPr lang="en-US" dirty="0"/>
              <a:t>Requires high trust leadership</a:t>
            </a:r>
          </a:p>
          <a:p>
            <a:pPr lvl="1"/>
            <a:r>
              <a:rPr lang="en-US" dirty="0"/>
              <a:t>Adoption is slow</a:t>
            </a:r>
          </a:p>
          <a:p>
            <a:pPr lvl="1"/>
            <a:r>
              <a:rPr lang="en-US" dirty="0"/>
              <a:t>Is not risk averse</a:t>
            </a:r>
          </a:p>
          <a:p>
            <a:pPr lvl="1"/>
            <a:r>
              <a:rPr lang="en-US" dirty="0"/>
              <a:t>Ongoing training and personal development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4FCE8A-CCE2-FBA5-F623-C4C62B626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483254"/>
            <a:ext cx="5441709" cy="187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598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5FDBB-D58A-58B8-2248-8FE77A188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F316D-B4E5-6193-AA16-A9A8DE7C1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 citations, unless otherwise indicated, refer to the course textbook:</a:t>
            </a:r>
          </a:p>
          <a:p>
            <a:pPr marL="0" indent="0">
              <a:buNone/>
            </a:pPr>
            <a:r>
              <a:rPr lang="en-US" dirty="0"/>
              <a:t>1. Kim, G., Humble, J., Debois, P., &amp; Willis, J. (2021). </a:t>
            </a:r>
            <a:r>
              <a:rPr lang="en-US" i="1" dirty="0"/>
              <a:t>The DevOps handbook: How to create world-class agility, reliability, and security in technology organizations</a:t>
            </a:r>
            <a:r>
              <a:rPr lang="en-US" dirty="0"/>
              <a:t> (2nd ed.). IT Revolution.</a:t>
            </a:r>
          </a:p>
          <a:p>
            <a:pPr marL="0" indent="0">
              <a:buNone/>
            </a:pPr>
            <a:r>
              <a:rPr lang="en-US" dirty="0"/>
              <a:t>2. NetSuite. (2024, November 4). </a:t>
            </a:r>
            <a:r>
              <a:rPr lang="en-US" i="1" dirty="0"/>
              <a:t>What is lean manufacturing? Benefits, principles &amp; implementation</a:t>
            </a:r>
            <a:r>
              <a:rPr lang="en-US" dirty="0"/>
              <a:t>. NetSuite. </a:t>
            </a:r>
            <a:r>
              <a:rPr lang="en-US" dirty="0">
                <a:hlinkClick r:id="rId2"/>
              </a:rPr>
              <a:t>https://www.netsuite.com/portal/resource/articles/erp/lean-manufacturing.shtml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 Kim, G. (2015). </a:t>
            </a:r>
            <a:r>
              <a:rPr lang="en-US" i="1" dirty="0"/>
              <a:t>The three ways: The principles underpinning DevOps</a:t>
            </a:r>
            <a:r>
              <a:rPr lang="en-US" dirty="0"/>
              <a:t>. IT Revolution. </a:t>
            </a:r>
            <a:r>
              <a:rPr lang="en-US" dirty="0">
                <a:hlinkClick r:id="rId3"/>
              </a:rPr>
              <a:t>https://itrevolution.com/articles/the-three-ways-principles-underpinning-devops/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07610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78</TotalTime>
  <Words>746</Words>
  <Application>Microsoft Office PowerPoint</Application>
  <PresentationFormat>Widescreen</PresentationFormat>
  <Paragraphs>108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Century Gothic</vt:lpstr>
      <vt:lpstr>Vapor Trail</vt:lpstr>
      <vt:lpstr>The Technology Value Stream </vt:lpstr>
      <vt:lpstr>Contents</vt:lpstr>
      <vt:lpstr>Definitions </vt:lpstr>
      <vt:lpstr>How this is achieved</vt:lpstr>
      <vt:lpstr>Lead time vs Processing time</vt:lpstr>
      <vt:lpstr>Lead time vs Processing time</vt:lpstr>
      <vt:lpstr>The common Scenario: Deployment Lead Times Requiring Months</vt:lpstr>
      <vt:lpstr>The Ideal Scenario: Deployment Lead Times of Minutes</vt:lpstr>
      <vt:lpstr>The Ideal Scenario</vt:lpstr>
      <vt:lpstr>The Three Ways</vt:lpstr>
      <vt:lpstr>The three ways: The First Way (3) </vt:lpstr>
      <vt:lpstr>The three ways: The Second Way (3) </vt:lpstr>
      <vt:lpstr>The three ways: The Third Way (3) </vt:lpstr>
      <vt:lpstr>Citation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Graham</dc:creator>
  <cp:lastModifiedBy>Katherine Graham</cp:lastModifiedBy>
  <cp:revision>1</cp:revision>
  <dcterms:created xsi:type="dcterms:W3CDTF">2025-12-07T16:22:53Z</dcterms:created>
  <dcterms:modified xsi:type="dcterms:W3CDTF">2025-12-07T17:41:06Z</dcterms:modified>
</cp:coreProperties>
</file>