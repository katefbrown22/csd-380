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8" autoAdjust="0"/>
    <p:restoredTop sz="94660"/>
  </p:normalViewPr>
  <p:slideViewPr>
    <p:cSldViewPr snapToGrid="0">
      <p:cViewPr varScale="1">
        <p:scale>
          <a:sx n="98" d="100"/>
          <a:sy n="98" d="100"/>
        </p:scale>
        <p:origin x="84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4.png"/><Relationship Id="rId7" Type="http://schemas.openxmlformats.org/officeDocument/2006/relationships/image" Target="../media/image20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5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_rels/data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diagrams/_rels/data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tlassian.com/incident-management/on-call/improving-on-call?utm_source=chatgpt.com" TargetMode="External"/><Relationship Id="rId1" Type="http://schemas.openxmlformats.org/officeDocument/2006/relationships/hyperlink" Target="https://www.pagerduty.com/resources/incident-management-response/learn/call-rotations-schedules/?utm_source=chatgpt.com" TargetMode="External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4.png"/><Relationship Id="rId7" Type="http://schemas.openxmlformats.org/officeDocument/2006/relationships/image" Target="../media/image20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5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_rels/drawing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diagrams/_rels/drawing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tlassian.com/incident-management/on-call/improving-on-call?utm_source=chatgpt.com" TargetMode="External"/><Relationship Id="rId1" Type="http://schemas.openxmlformats.org/officeDocument/2006/relationships/hyperlink" Target="https://www.pagerduty.com/resources/incident-management-response/learn/call-rotations-schedules/?utm_source=chatgpt.com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8B171E9-711F-47F5-BE02-8F31955F7E2C}" type="doc">
      <dgm:prSet loTypeId="urn:microsoft.com/office/officeart/2016/7/layout/LinearBlockProcessNumbered" loCatId="process" qsTypeId="urn:microsoft.com/office/officeart/2005/8/quickstyle/simple3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281F6094-458C-47F8-AE6D-34E030307577}">
      <dgm:prSet/>
      <dgm:spPr/>
      <dgm:t>
        <a:bodyPr/>
        <a:lstStyle/>
        <a:p>
          <a:r>
            <a:rPr lang="en-US" b="0" i="0" baseline="0"/>
            <a:t>Pager rotation assigns on call responsibility for system incidents</a:t>
          </a:r>
          <a:endParaRPr lang="en-US"/>
        </a:p>
      </dgm:t>
    </dgm:pt>
    <dgm:pt modelId="{CCD00057-DC8D-4B2F-9937-5C8DB2668F43}" type="parTrans" cxnId="{B0B927E0-A033-44D5-9805-3D8CB0FF21FC}">
      <dgm:prSet/>
      <dgm:spPr/>
      <dgm:t>
        <a:bodyPr/>
        <a:lstStyle/>
        <a:p>
          <a:endParaRPr lang="en-US"/>
        </a:p>
      </dgm:t>
    </dgm:pt>
    <dgm:pt modelId="{B57B63CD-4875-425C-9DA8-F2C70A848F79}" type="sibTrans" cxnId="{B0B927E0-A033-44D5-9805-3D8CB0FF21FC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CC6CA672-32D3-41FC-AA24-F66C0AAF174D}">
      <dgm:prSet/>
      <dgm:spPr/>
      <dgm:t>
        <a:bodyPr/>
        <a:lstStyle/>
        <a:p>
          <a:r>
            <a:rPr lang="en-US" b="0" i="0" baseline="0"/>
            <a:t>Ensures someone is always available to respond to outages</a:t>
          </a:r>
          <a:endParaRPr lang="en-US"/>
        </a:p>
      </dgm:t>
    </dgm:pt>
    <dgm:pt modelId="{0A197C14-808E-4862-8B86-3B89A6965062}" type="parTrans" cxnId="{08D68540-0380-4DB2-B8D0-79DB6587F8A0}">
      <dgm:prSet/>
      <dgm:spPr/>
      <dgm:t>
        <a:bodyPr/>
        <a:lstStyle/>
        <a:p>
          <a:endParaRPr lang="en-US"/>
        </a:p>
      </dgm:t>
    </dgm:pt>
    <dgm:pt modelId="{9DC97844-98A6-42BA-A2E9-D6C3D85874EE}" type="sibTrans" cxnId="{08D68540-0380-4DB2-B8D0-79DB6587F8A0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D5633A45-07BF-481A-9E8E-533B838DA68D}">
      <dgm:prSet/>
      <dgm:spPr/>
      <dgm:t>
        <a:bodyPr/>
        <a:lstStyle/>
        <a:p>
          <a:r>
            <a:rPr lang="en-US" b="0" i="0" baseline="0"/>
            <a:t>Critical for reliability in modern, always on systems</a:t>
          </a:r>
          <a:endParaRPr lang="en-US"/>
        </a:p>
      </dgm:t>
    </dgm:pt>
    <dgm:pt modelId="{6A259598-3BB8-41D4-B441-5F97952D8DAD}" type="parTrans" cxnId="{04FB10AB-BE87-4E06-8D92-5D022C6CCC4A}">
      <dgm:prSet/>
      <dgm:spPr/>
      <dgm:t>
        <a:bodyPr/>
        <a:lstStyle/>
        <a:p>
          <a:endParaRPr lang="en-US"/>
        </a:p>
      </dgm:t>
    </dgm:pt>
    <dgm:pt modelId="{352700E0-BB27-462E-8AB7-2353B8FACD50}" type="sibTrans" cxnId="{04FB10AB-BE87-4E06-8D92-5D022C6CCC4A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A43029B7-9227-4E82-94C6-BFB0BF393744}" type="pres">
      <dgm:prSet presAssocID="{B8B171E9-711F-47F5-BE02-8F31955F7E2C}" presName="Name0" presStyleCnt="0">
        <dgm:presLayoutVars>
          <dgm:animLvl val="lvl"/>
          <dgm:resizeHandles val="exact"/>
        </dgm:presLayoutVars>
      </dgm:prSet>
      <dgm:spPr/>
    </dgm:pt>
    <dgm:pt modelId="{4FB84189-41EF-46E1-B459-C95923638906}" type="pres">
      <dgm:prSet presAssocID="{281F6094-458C-47F8-AE6D-34E030307577}" presName="compositeNode" presStyleCnt="0">
        <dgm:presLayoutVars>
          <dgm:bulletEnabled val="1"/>
        </dgm:presLayoutVars>
      </dgm:prSet>
      <dgm:spPr/>
    </dgm:pt>
    <dgm:pt modelId="{B39C1C93-F11D-4391-AF0C-9A64E077C907}" type="pres">
      <dgm:prSet presAssocID="{281F6094-458C-47F8-AE6D-34E030307577}" presName="bgRect" presStyleLbl="alignNode1" presStyleIdx="0" presStyleCnt="3"/>
      <dgm:spPr/>
    </dgm:pt>
    <dgm:pt modelId="{E0DE3191-F170-4ED5-AAAA-15B9DC02E6FC}" type="pres">
      <dgm:prSet presAssocID="{B57B63CD-4875-425C-9DA8-F2C70A848F79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73ACB743-78AC-4A51-AFE8-F74D7EBD0F7C}" type="pres">
      <dgm:prSet presAssocID="{281F6094-458C-47F8-AE6D-34E030307577}" presName="nodeRect" presStyleLbl="alignNode1" presStyleIdx="0" presStyleCnt="3">
        <dgm:presLayoutVars>
          <dgm:bulletEnabled val="1"/>
        </dgm:presLayoutVars>
      </dgm:prSet>
      <dgm:spPr/>
    </dgm:pt>
    <dgm:pt modelId="{669C279C-FE14-4067-A829-0D23BEE59FD9}" type="pres">
      <dgm:prSet presAssocID="{B57B63CD-4875-425C-9DA8-F2C70A848F79}" presName="sibTrans" presStyleCnt="0"/>
      <dgm:spPr/>
    </dgm:pt>
    <dgm:pt modelId="{96F9C55A-4392-4FD4-8DE1-33934D39092A}" type="pres">
      <dgm:prSet presAssocID="{CC6CA672-32D3-41FC-AA24-F66C0AAF174D}" presName="compositeNode" presStyleCnt="0">
        <dgm:presLayoutVars>
          <dgm:bulletEnabled val="1"/>
        </dgm:presLayoutVars>
      </dgm:prSet>
      <dgm:spPr/>
    </dgm:pt>
    <dgm:pt modelId="{EDDBD264-7291-427C-92CA-CC8E45A5B64D}" type="pres">
      <dgm:prSet presAssocID="{CC6CA672-32D3-41FC-AA24-F66C0AAF174D}" presName="bgRect" presStyleLbl="alignNode1" presStyleIdx="1" presStyleCnt="3"/>
      <dgm:spPr/>
    </dgm:pt>
    <dgm:pt modelId="{1631795E-D672-42E7-9FEE-E8FDB67901D1}" type="pres">
      <dgm:prSet presAssocID="{9DC97844-98A6-42BA-A2E9-D6C3D85874EE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45319713-46F8-4843-AADA-590F57266F4D}" type="pres">
      <dgm:prSet presAssocID="{CC6CA672-32D3-41FC-AA24-F66C0AAF174D}" presName="nodeRect" presStyleLbl="alignNode1" presStyleIdx="1" presStyleCnt="3">
        <dgm:presLayoutVars>
          <dgm:bulletEnabled val="1"/>
        </dgm:presLayoutVars>
      </dgm:prSet>
      <dgm:spPr/>
    </dgm:pt>
    <dgm:pt modelId="{4ACF9BE7-C982-4F36-823B-426BA89984DB}" type="pres">
      <dgm:prSet presAssocID="{9DC97844-98A6-42BA-A2E9-D6C3D85874EE}" presName="sibTrans" presStyleCnt="0"/>
      <dgm:spPr/>
    </dgm:pt>
    <dgm:pt modelId="{D102DD1E-29CC-4349-AD9A-22548197FE5D}" type="pres">
      <dgm:prSet presAssocID="{D5633A45-07BF-481A-9E8E-533B838DA68D}" presName="compositeNode" presStyleCnt="0">
        <dgm:presLayoutVars>
          <dgm:bulletEnabled val="1"/>
        </dgm:presLayoutVars>
      </dgm:prSet>
      <dgm:spPr/>
    </dgm:pt>
    <dgm:pt modelId="{568FB499-B5A7-41AD-BD9F-927A93EE653B}" type="pres">
      <dgm:prSet presAssocID="{D5633A45-07BF-481A-9E8E-533B838DA68D}" presName="bgRect" presStyleLbl="alignNode1" presStyleIdx="2" presStyleCnt="3"/>
      <dgm:spPr/>
    </dgm:pt>
    <dgm:pt modelId="{18F9268E-96B6-4EE2-8F7A-3687394BE99D}" type="pres">
      <dgm:prSet presAssocID="{352700E0-BB27-462E-8AB7-2353B8FACD50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A554FE4A-FD7A-473F-A406-A7D883FA4854}" type="pres">
      <dgm:prSet presAssocID="{D5633A45-07BF-481A-9E8E-533B838DA68D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9746AF03-4009-41EE-9DF9-E829FEDB8065}" type="presOf" srcId="{9DC97844-98A6-42BA-A2E9-D6C3D85874EE}" destId="{1631795E-D672-42E7-9FEE-E8FDB67901D1}" srcOrd="0" destOrd="0" presId="urn:microsoft.com/office/officeart/2016/7/layout/LinearBlockProcessNumbered"/>
    <dgm:cxn modelId="{9DAED41C-BA85-47B2-B0A5-FBCF38FE2289}" type="presOf" srcId="{B57B63CD-4875-425C-9DA8-F2C70A848F79}" destId="{E0DE3191-F170-4ED5-AAAA-15B9DC02E6FC}" srcOrd="0" destOrd="0" presId="urn:microsoft.com/office/officeart/2016/7/layout/LinearBlockProcessNumbered"/>
    <dgm:cxn modelId="{08D68540-0380-4DB2-B8D0-79DB6587F8A0}" srcId="{B8B171E9-711F-47F5-BE02-8F31955F7E2C}" destId="{CC6CA672-32D3-41FC-AA24-F66C0AAF174D}" srcOrd="1" destOrd="0" parTransId="{0A197C14-808E-4862-8B86-3B89A6965062}" sibTransId="{9DC97844-98A6-42BA-A2E9-D6C3D85874EE}"/>
    <dgm:cxn modelId="{475EA746-6885-4075-AC0E-C9C135926113}" type="presOf" srcId="{D5633A45-07BF-481A-9E8E-533B838DA68D}" destId="{A554FE4A-FD7A-473F-A406-A7D883FA4854}" srcOrd="1" destOrd="0" presId="urn:microsoft.com/office/officeart/2016/7/layout/LinearBlockProcessNumbered"/>
    <dgm:cxn modelId="{09B6AF6A-F203-42A1-878D-2ED5CE19C8A7}" type="presOf" srcId="{CC6CA672-32D3-41FC-AA24-F66C0AAF174D}" destId="{45319713-46F8-4843-AADA-590F57266F4D}" srcOrd="1" destOrd="0" presId="urn:microsoft.com/office/officeart/2016/7/layout/LinearBlockProcessNumbered"/>
    <dgm:cxn modelId="{DD837A83-8881-4EF8-A7EF-FF60AAB01817}" type="presOf" srcId="{281F6094-458C-47F8-AE6D-34E030307577}" destId="{B39C1C93-F11D-4391-AF0C-9A64E077C907}" srcOrd="0" destOrd="0" presId="urn:microsoft.com/office/officeart/2016/7/layout/LinearBlockProcessNumbered"/>
    <dgm:cxn modelId="{6BAF3E85-003C-4D01-8D19-B16099E61841}" type="presOf" srcId="{352700E0-BB27-462E-8AB7-2353B8FACD50}" destId="{18F9268E-96B6-4EE2-8F7A-3687394BE99D}" srcOrd="0" destOrd="0" presId="urn:microsoft.com/office/officeart/2016/7/layout/LinearBlockProcessNumbered"/>
    <dgm:cxn modelId="{04FB10AB-BE87-4E06-8D92-5D022C6CCC4A}" srcId="{B8B171E9-711F-47F5-BE02-8F31955F7E2C}" destId="{D5633A45-07BF-481A-9E8E-533B838DA68D}" srcOrd="2" destOrd="0" parTransId="{6A259598-3BB8-41D4-B441-5F97952D8DAD}" sibTransId="{352700E0-BB27-462E-8AB7-2353B8FACD50}"/>
    <dgm:cxn modelId="{276D30B6-A812-4748-AC1C-C3C20BEA95D4}" type="presOf" srcId="{B8B171E9-711F-47F5-BE02-8F31955F7E2C}" destId="{A43029B7-9227-4E82-94C6-BFB0BF393744}" srcOrd="0" destOrd="0" presId="urn:microsoft.com/office/officeart/2016/7/layout/LinearBlockProcessNumbered"/>
    <dgm:cxn modelId="{8AA63BCA-2471-4E84-A8E6-9F0F74F57C2D}" type="presOf" srcId="{281F6094-458C-47F8-AE6D-34E030307577}" destId="{73ACB743-78AC-4A51-AFE8-F74D7EBD0F7C}" srcOrd="1" destOrd="0" presId="urn:microsoft.com/office/officeart/2016/7/layout/LinearBlockProcessNumbered"/>
    <dgm:cxn modelId="{43706FD5-FE16-496E-9B57-86EB5E372694}" type="presOf" srcId="{D5633A45-07BF-481A-9E8E-533B838DA68D}" destId="{568FB499-B5A7-41AD-BD9F-927A93EE653B}" srcOrd="0" destOrd="0" presId="urn:microsoft.com/office/officeart/2016/7/layout/LinearBlockProcessNumbered"/>
    <dgm:cxn modelId="{B0B927E0-A033-44D5-9805-3D8CB0FF21FC}" srcId="{B8B171E9-711F-47F5-BE02-8F31955F7E2C}" destId="{281F6094-458C-47F8-AE6D-34E030307577}" srcOrd="0" destOrd="0" parTransId="{CCD00057-DC8D-4B2F-9937-5C8DB2668F43}" sibTransId="{B57B63CD-4875-425C-9DA8-F2C70A848F79}"/>
    <dgm:cxn modelId="{D6DCEDFB-1FDD-402E-B8BA-0155F1A115C2}" type="presOf" srcId="{CC6CA672-32D3-41FC-AA24-F66C0AAF174D}" destId="{EDDBD264-7291-427C-92CA-CC8E45A5B64D}" srcOrd="0" destOrd="0" presId="urn:microsoft.com/office/officeart/2016/7/layout/LinearBlockProcessNumbered"/>
    <dgm:cxn modelId="{9CD68F42-9A75-4D18-8D6B-6B83C3D536A1}" type="presParOf" srcId="{A43029B7-9227-4E82-94C6-BFB0BF393744}" destId="{4FB84189-41EF-46E1-B459-C95923638906}" srcOrd="0" destOrd="0" presId="urn:microsoft.com/office/officeart/2016/7/layout/LinearBlockProcessNumbered"/>
    <dgm:cxn modelId="{221CFBB5-8BB1-4B75-B99D-172643F14B28}" type="presParOf" srcId="{4FB84189-41EF-46E1-B459-C95923638906}" destId="{B39C1C93-F11D-4391-AF0C-9A64E077C907}" srcOrd="0" destOrd="0" presId="urn:microsoft.com/office/officeart/2016/7/layout/LinearBlockProcessNumbered"/>
    <dgm:cxn modelId="{19D44C27-01C3-4193-9C57-495C4B6F8B39}" type="presParOf" srcId="{4FB84189-41EF-46E1-B459-C95923638906}" destId="{E0DE3191-F170-4ED5-AAAA-15B9DC02E6FC}" srcOrd="1" destOrd="0" presId="urn:microsoft.com/office/officeart/2016/7/layout/LinearBlockProcessNumbered"/>
    <dgm:cxn modelId="{5A49E70C-D8B0-41CA-A8C1-D8624236BC7E}" type="presParOf" srcId="{4FB84189-41EF-46E1-B459-C95923638906}" destId="{73ACB743-78AC-4A51-AFE8-F74D7EBD0F7C}" srcOrd="2" destOrd="0" presId="urn:microsoft.com/office/officeart/2016/7/layout/LinearBlockProcessNumbered"/>
    <dgm:cxn modelId="{A3E9F8A9-0356-4388-94F2-457A126878DB}" type="presParOf" srcId="{A43029B7-9227-4E82-94C6-BFB0BF393744}" destId="{669C279C-FE14-4067-A829-0D23BEE59FD9}" srcOrd="1" destOrd="0" presId="urn:microsoft.com/office/officeart/2016/7/layout/LinearBlockProcessNumbered"/>
    <dgm:cxn modelId="{EE7960F9-1028-419F-B644-8E3F3DD3CAF1}" type="presParOf" srcId="{A43029B7-9227-4E82-94C6-BFB0BF393744}" destId="{96F9C55A-4392-4FD4-8DE1-33934D39092A}" srcOrd="2" destOrd="0" presId="urn:microsoft.com/office/officeart/2016/7/layout/LinearBlockProcessNumbered"/>
    <dgm:cxn modelId="{5E1CB42F-E8A7-4095-B5AC-4F6C6D4FB80D}" type="presParOf" srcId="{96F9C55A-4392-4FD4-8DE1-33934D39092A}" destId="{EDDBD264-7291-427C-92CA-CC8E45A5B64D}" srcOrd="0" destOrd="0" presId="urn:microsoft.com/office/officeart/2016/7/layout/LinearBlockProcessNumbered"/>
    <dgm:cxn modelId="{DDB7CC96-7538-4A4D-8A38-9095A4BD0C62}" type="presParOf" srcId="{96F9C55A-4392-4FD4-8DE1-33934D39092A}" destId="{1631795E-D672-42E7-9FEE-E8FDB67901D1}" srcOrd="1" destOrd="0" presId="urn:microsoft.com/office/officeart/2016/7/layout/LinearBlockProcessNumbered"/>
    <dgm:cxn modelId="{57351478-0784-4CE8-8878-8543E90882C6}" type="presParOf" srcId="{96F9C55A-4392-4FD4-8DE1-33934D39092A}" destId="{45319713-46F8-4843-AADA-590F57266F4D}" srcOrd="2" destOrd="0" presId="urn:microsoft.com/office/officeart/2016/7/layout/LinearBlockProcessNumbered"/>
    <dgm:cxn modelId="{311CE413-C9CC-42FE-AEF9-EE8DFDEBCF8B}" type="presParOf" srcId="{A43029B7-9227-4E82-94C6-BFB0BF393744}" destId="{4ACF9BE7-C982-4F36-823B-426BA89984DB}" srcOrd="3" destOrd="0" presId="urn:microsoft.com/office/officeart/2016/7/layout/LinearBlockProcessNumbered"/>
    <dgm:cxn modelId="{4C56CAB1-654E-49C2-B8D6-17CBC7A6ADEF}" type="presParOf" srcId="{A43029B7-9227-4E82-94C6-BFB0BF393744}" destId="{D102DD1E-29CC-4349-AD9A-22548197FE5D}" srcOrd="4" destOrd="0" presId="urn:microsoft.com/office/officeart/2016/7/layout/LinearBlockProcessNumbered"/>
    <dgm:cxn modelId="{83C4B897-6EAF-4819-ADB4-BB94D57DDE3E}" type="presParOf" srcId="{D102DD1E-29CC-4349-AD9A-22548197FE5D}" destId="{568FB499-B5A7-41AD-BD9F-927A93EE653B}" srcOrd="0" destOrd="0" presId="urn:microsoft.com/office/officeart/2016/7/layout/LinearBlockProcessNumbered"/>
    <dgm:cxn modelId="{B463B230-6483-4CC4-A1C5-9BF416707758}" type="presParOf" srcId="{D102DD1E-29CC-4349-AD9A-22548197FE5D}" destId="{18F9268E-96B6-4EE2-8F7A-3687394BE99D}" srcOrd="1" destOrd="0" presId="urn:microsoft.com/office/officeart/2016/7/layout/LinearBlockProcessNumbered"/>
    <dgm:cxn modelId="{DC06CB96-9FFF-4CE5-9ED9-76ABE4525AEF}" type="presParOf" srcId="{D102DD1E-29CC-4349-AD9A-22548197FE5D}" destId="{A554FE4A-FD7A-473F-A406-A7D883FA4854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94B075E-CE50-4BFF-A9BE-D6C2FB8AE17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48B49AB-9B4C-4EF3-BFCF-764EFD739509}">
      <dgm:prSet/>
      <dgm:spPr/>
      <dgm:t>
        <a:bodyPr/>
        <a:lstStyle/>
        <a:p>
          <a:r>
            <a:rPr lang="en-US" b="0" i="0" baseline="0"/>
            <a:t>Prevents downtime from lasting longer than necessary</a:t>
          </a:r>
          <a:endParaRPr lang="en-US"/>
        </a:p>
      </dgm:t>
    </dgm:pt>
    <dgm:pt modelId="{8834410B-0EF8-4E4E-8383-AEEC8D70D2DE}" type="parTrans" cxnId="{2ED5EAF2-B2FA-417F-928D-14E56E15DA89}">
      <dgm:prSet/>
      <dgm:spPr/>
      <dgm:t>
        <a:bodyPr/>
        <a:lstStyle/>
        <a:p>
          <a:endParaRPr lang="en-US"/>
        </a:p>
      </dgm:t>
    </dgm:pt>
    <dgm:pt modelId="{02F6F9E9-AA38-4918-AA27-7F48B1F10A19}" type="sibTrans" cxnId="{2ED5EAF2-B2FA-417F-928D-14E56E15DA89}">
      <dgm:prSet/>
      <dgm:spPr/>
      <dgm:t>
        <a:bodyPr/>
        <a:lstStyle/>
        <a:p>
          <a:endParaRPr lang="en-US"/>
        </a:p>
      </dgm:t>
    </dgm:pt>
    <dgm:pt modelId="{0A64C5BA-AD27-49AA-B016-06FC21D34C23}">
      <dgm:prSet/>
      <dgm:spPr/>
      <dgm:t>
        <a:bodyPr/>
        <a:lstStyle/>
        <a:p>
          <a:r>
            <a:rPr lang="en-US" b="0" i="0" baseline="0"/>
            <a:t>Improves response time to incidents</a:t>
          </a:r>
          <a:endParaRPr lang="en-US"/>
        </a:p>
      </dgm:t>
    </dgm:pt>
    <dgm:pt modelId="{1BA1B216-3788-4B63-A6E6-9C33B632892C}" type="parTrans" cxnId="{B4791FE8-197D-4746-8B4B-4351E0FB6552}">
      <dgm:prSet/>
      <dgm:spPr/>
      <dgm:t>
        <a:bodyPr/>
        <a:lstStyle/>
        <a:p>
          <a:endParaRPr lang="en-US"/>
        </a:p>
      </dgm:t>
    </dgm:pt>
    <dgm:pt modelId="{290C235A-7DBD-4FD7-AEAC-172D14F9EADD}" type="sibTrans" cxnId="{B4791FE8-197D-4746-8B4B-4351E0FB6552}">
      <dgm:prSet/>
      <dgm:spPr/>
      <dgm:t>
        <a:bodyPr/>
        <a:lstStyle/>
        <a:p>
          <a:endParaRPr lang="en-US"/>
        </a:p>
      </dgm:t>
    </dgm:pt>
    <dgm:pt modelId="{2AEABEA5-60E9-4C37-B896-BCC7F6A3344D}">
      <dgm:prSet/>
      <dgm:spPr/>
      <dgm:t>
        <a:bodyPr/>
        <a:lstStyle/>
        <a:p>
          <a:r>
            <a:rPr lang="en-US" b="0" i="0" baseline="0"/>
            <a:t>Supports system reliability and user trust</a:t>
          </a:r>
          <a:endParaRPr lang="en-US"/>
        </a:p>
      </dgm:t>
    </dgm:pt>
    <dgm:pt modelId="{A5E63EEE-237D-4C4B-83F5-21F1FA1B1BBA}" type="parTrans" cxnId="{8F68FCE7-CFC4-4110-AB35-1D20233F49C0}">
      <dgm:prSet/>
      <dgm:spPr/>
      <dgm:t>
        <a:bodyPr/>
        <a:lstStyle/>
        <a:p>
          <a:endParaRPr lang="en-US"/>
        </a:p>
      </dgm:t>
    </dgm:pt>
    <dgm:pt modelId="{58611CB4-37FD-43E2-994F-FEE8FABE0137}" type="sibTrans" cxnId="{8F68FCE7-CFC4-4110-AB35-1D20233F49C0}">
      <dgm:prSet/>
      <dgm:spPr/>
      <dgm:t>
        <a:bodyPr/>
        <a:lstStyle/>
        <a:p>
          <a:endParaRPr lang="en-US"/>
        </a:p>
      </dgm:t>
    </dgm:pt>
    <dgm:pt modelId="{46505DC1-1198-47F6-B3BE-D2F05B3F54FE}">
      <dgm:prSet/>
      <dgm:spPr/>
      <dgm:t>
        <a:bodyPr/>
        <a:lstStyle/>
        <a:p>
          <a:r>
            <a:rPr lang="en-US" b="0" i="0" baseline="0"/>
            <a:t>Reduces chaos by clearly defining responsibility</a:t>
          </a:r>
          <a:endParaRPr lang="en-US"/>
        </a:p>
      </dgm:t>
    </dgm:pt>
    <dgm:pt modelId="{182E0CEF-DF76-475F-9495-A22D9F0518F0}" type="parTrans" cxnId="{C83C5C5C-021B-435E-95CA-96B75C92336A}">
      <dgm:prSet/>
      <dgm:spPr/>
      <dgm:t>
        <a:bodyPr/>
        <a:lstStyle/>
        <a:p>
          <a:endParaRPr lang="en-US"/>
        </a:p>
      </dgm:t>
    </dgm:pt>
    <dgm:pt modelId="{49303FC7-597F-4548-9F76-ABD0FF35D494}" type="sibTrans" cxnId="{C83C5C5C-021B-435E-95CA-96B75C92336A}">
      <dgm:prSet/>
      <dgm:spPr/>
      <dgm:t>
        <a:bodyPr/>
        <a:lstStyle/>
        <a:p>
          <a:endParaRPr lang="en-US"/>
        </a:p>
      </dgm:t>
    </dgm:pt>
    <dgm:pt modelId="{360AD741-487F-4714-BF95-6D76E3A2ED76}" type="pres">
      <dgm:prSet presAssocID="{E94B075E-CE50-4BFF-A9BE-D6C2FB8AE175}" presName="root" presStyleCnt="0">
        <dgm:presLayoutVars>
          <dgm:dir/>
          <dgm:resizeHandles val="exact"/>
        </dgm:presLayoutVars>
      </dgm:prSet>
      <dgm:spPr/>
    </dgm:pt>
    <dgm:pt modelId="{07897A18-E640-4FB4-A8D9-661F1BD4745E}" type="pres">
      <dgm:prSet presAssocID="{148B49AB-9B4C-4EF3-BFCF-764EFD739509}" presName="compNode" presStyleCnt="0"/>
      <dgm:spPr/>
    </dgm:pt>
    <dgm:pt modelId="{2024B356-86E4-482B-8F31-ACFA18FDB1E4}" type="pres">
      <dgm:prSet presAssocID="{148B49AB-9B4C-4EF3-BFCF-764EFD739509}" presName="bgRect" presStyleLbl="bgShp" presStyleIdx="0" presStyleCnt="4"/>
      <dgm:spPr/>
    </dgm:pt>
    <dgm:pt modelId="{A462593F-5EC5-425B-BB6E-3FF2AD5B933C}" type="pres">
      <dgm:prSet presAssocID="{148B49AB-9B4C-4EF3-BFCF-764EFD739509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E1980C1E-0DCD-4921-9E62-46318344540A}" type="pres">
      <dgm:prSet presAssocID="{148B49AB-9B4C-4EF3-BFCF-764EFD739509}" presName="spaceRect" presStyleCnt="0"/>
      <dgm:spPr/>
    </dgm:pt>
    <dgm:pt modelId="{3026F25C-0675-4E29-A062-B2829BAC9C55}" type="pres">
      <dgm:prSet presAssocID="{148B49AB-9B4C-4EF3-BFCF-764EFD739509}" presName="parTx" presStyleLbl="revTx" presStyleIdx="0" presStyleCnt="4">
        <dgm:presLayoutVars>
          <dgm:chMax val="0"/>
          <dgm:chPref val="0"/>
        </dgm:presLayoutVars>
      </dgm:prSet>
      <dgm:spPr/>
    </dgm:pt>
    <dgm:pt modelId="{C4A1D0D1-C3A3-493A-BAFE-E18D76C15DBC}" type="pres">
      <dgm:prSet presAssocID="{02F6F9E9-AA38-4918-AA27-7F48B1F10A19}" presName="sibTrans" presStyleCnt="0"/>
      <dgm:spPr/>
    </dgm:pt>
    <dgm:pt modelId="{054ECE18-2532-429B-BAC8-36629143EF5B}" type="pres">
      <dgm:prSet presAssocID="{0A64C5BA-AD27-49AA-B016-06FC21D34C23}" presName="compNode" presStyleCnt="0"/>
      <dgm:spPr/>
    </dgm:pt>
    <dgm:pt modelId="{E37C5759-9008-40D3-A518-22B20302938E}" type="pres">
      <dgm:prSet presAssocID="{0A64C5BA-AD27-49AA-B016-06FC21D34C23}" presName="bgRect" presStyleLbl="bgShp" presStyleIdx="1" presStyleCnt="4"/>
      <dgm:spPr/>
    </dgm:pt>
    <dgm:pt modelId="{987BC2D0-4CAB-44E8-8B23-85D5663DDD31}" type="pres">
      <dgm:prSet presAssocID="{0A64C5BA-AD27-49AA-B016-06FC21D34C2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ck"/>
        </a:ext>
      </dgm:extLst>
    </dgm:pt>
    <dgm:pt modelId="{1F8CD60D-2919-4783-8AAF-5DE44F590781}" type="pres">
      <dgm:prSet presAssocID="{0A64C5BA-AD27-49AA-B016-06FC21D34C23}" presName="spaceRect" presStyleCnt="0"/>
      <dgm:spPr/>
    </dgm:pt>
    <dgm:pt modelId="{5F99B911-B85E-4E8A-A06C-71513114D26D}" type="pres">
      <dgm:prSet presAssocID="{0A64C5BA-AD27-49AA-B016-06FC21D34C23}" presName="parTx" presStyleLbl="revTx" presStyleIdx="1" presStyleCnt="4">
        <dgm:presLayoutVars>
          <dgm:chMax val="0"/>
          <dgm:chPref val="0"/>
        </dgm:presLayoutVars>
      </dgm:prSet>
      <dgm:spPr/>
    </dgm:pt>
    <dgm:pt modelId="{D76AE5D1-E1C8-4880-9C25-6D7FA1A0392C}" type="pres">
      <dgm:prSet presAssocID="{290C235A-7DBD-4FD7-AEAC-172D14F9EADD}" presName="sibTrans" presStyleCnt="0"/>
      <dgm:spPr/>
    </dgm:pt>
    <dgm:pt modelId="{B2B24AE3-192C-4891-8FBF-AD7C29AFAEE7}" type="pres">
      <dgm:prSet presAssocID="{2AEABEA5-60E9-4C37-B896-BCC7F6A3344D}" presName="compNode" presStyleCnt="0"/>
      <dgm:spPr/>
    </dgm:pt>
    <dgm:pt modelId="{E9132604-917B-4490-B243-DBFA9DA95977}" type="pres">
      <dgm:prSet presAssocID="{2AEABEA5-60E9-4C37-B896-BCC7F6A3344D}" presName="bgRect" presStyleLbl="bgShp" presStyleIdx="2" presStyleCnt="4"/>
      <dgm:spPr/>
    </dgm:pt>
    <dgm:pt modelId="{A3A51AFF-0DFB-4015-9979-AE1F5A19661B}" type="pres">
      <dgm:prSet presAssocID="{2AEABEA5-60E9-4C37-B896-BCC7F6A3344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F09F2BFB-316F-426E-80BB-EEA4184D8350}" type="pres">
      <dgm:prSet presAssocID="{2AEABEA5-60E9-4C37-B896-BCC7F6A3344D}" presName="spaceRect" presStyleCnt="0"/>
      <dgm:spPr/>
    </dgm:pt>
    <dgm:pt modelId="{A316541D-BCD9-424B-9FCA-0C0B447113A6}" type="pres">
      <dgm:prSet presAssocID="{2AEABEA5-60E9-4C37-B896-BCC7F6A3344D}" presName="parTx" presStyleLbl="revTx" presStyleIdx="2" presStyleCnt="4">
        <dgm:presLayoutVars>
          <dgm:chMax val="0"/>
          <dgm:chPref val="0"/>
        </dgm:presLayoutVars>
      </dgm:prSet>
      <dgm:spPr/>
    </dgm:pt>
    <dgm:pt modelId="{7CA0E989-B592-4C10-A587-AA48A94B3188}" type="pres">
      <dgm:prSet presAssocID="{58611CB4-37FD-43E2-994F-FEE8FABE0137}" presName="sibTrans" presStyleCnt="0"/>
      <dgm:spPr/>
    </dgm:pt>
    <dgm:pt modelId="{0210F0E6-5D7D-47B2-8588-0B1C35392D4E}" type="pres">
      <dgm:prSet presAssocID="{46505DC1-1198-47F6-B3BE-D2F05B3F54FE}" presName="compNode" presStyleCnt="0"/>
      <dgm:spPr/>
    </dgm:pt>
    <dgm:pt modelId="{A1B000D8-CD79-4D42-994D-2737074E3711}" type="pres">
      <dgm:prSet presAssocID="{46505DC1-1198-47F6-B3BE-D2F05B3F54FE}" presName="bgRect" presStyleLbl="bgShp" presStyleIdx="3" presStyleCnt="4"/>
      <dgm:spPr/>
    </dgm:pt>
    <dgm:pt modelId="{2BC65434-DFAB-4ACE-AD43-2B300735DB3C}" type="pres">
      <dgm:prSet presAssocID="{46505DC1-1198-47F6-B3BE-D2F05B3F54FE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9049350F-EB4B-46AF-86EF-B94299AA48E5}" type="pres">
      <dgm:prSet presAssocID="{46505DC1-1198-47F6-B3BE-D2F05B3F54FE}" presName="spaceRect" presStyleCnt="0"/>
      <dgm:spPr/>
    </dgm:pt>
    <dgm:pt modelId="{C4C8A613-863C-4115-87F8-80661AED9649}" type="pres">
      <dgm:prSet presAssocID="{46505DC1-1198-47F6-B3BE-D2F05B3F54FE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5CCA6425-5DDE-49C9-8513-FC4B9D66AB68}" type="presOf" srcId="{148B49AB-9B4C-4EF3-BFCF-764EFD739509}" destId="{3026F25C-0675-4E29-A062-B2829BAC9C55}" srcOrd="0" destOrd="0" presId="urn:microsoft.com/office/officeart/2018/2/layout/IconVerticalSolidList"/>
    <dgm:cxn modelId="{0FD02F39-3372-41BF-A5FE-AC13256E88F3}" type="presOf" srcId="{0A64C5BA-AD27-49AA-B016-06FC21D34C23}" destId="{5F99B911-B85E-4E8A-A06C-71513114D26D}" srcOrd="0" destOrd="0" presId="urn:microsoft.com/office/officeart/2018/2/layout/IconVerticalSolidList"/>
    <dgm:cxn modelId="{C83C5C5C-021B-435E-95CA-96B75C92336A}" srcId="{E94B075E-CE50-4BFF-A9BE-D6C2FB8AE175}" destId="{46505DC1-1198-47F6-B3BE-D2F05B3F54FE}" srcOrd="3" destOrd="0" parTransId="{182E0CEF-DF76-475F-9495-A22D9F0518F0}" sibTransId="{49303FC7-597F-4548-9F76-ABD0FF35D494}"/>
    <dgm:cxn modelId="{F0764199-407B-4B51-8C9E-44200AE499B1}" type="presOf" srcId="{E94B075E-CE50-4BFF-A9BE-D6C2FB8AE175}" destId="{360AD741-487F-4714-BF95-6D76E3A2ED76}" srcOrd="0" destOrd="0" presId="urn:microsoft.com/office/officeart/2018/2/layout/IconVerticalSolidList"/>
    <dgm:cxn modelId="{A096DAC8-DFDB-4855-BFDE-A8E8CC570476}" type="presOf" srcId="{46505DC1-1198-47F6-B3BE-D2F05B3F54FE}" destId="{C4C8A613-863C-4115-87F8-80661AED9649}" srcOrd="0" destOrd="0" presId="urn:microsoft.com/office/officeart/2018/2/layout/IconVerticalSolidList"/>
    <dgm:cxn modelId="{8F68FCE7-CFC4-4110-AB35-1D20233F49C0}" srcId="{E94B075E-CE50-4BFF-A9BE-D6C2FB8AE175}" destId="{2AEABEA5-60E9-4C37-B896-BCC7F6A3344D}" srcOrd="2" destOrd="0" parTransId="{A5E63EEE-237D-4C4B-83F5-21F1FA1B1BBA}" sibTransId="{58611CB4-37FD-43E2-994F-FEE8FABE0137}"/>
    <dgm:cxn modelId="{B4791FE8-197D-4746-8B4B-4351E0FB6552}" srcId="{E94B075E-CE50-4BFF-A9BE-D6C2FB8AE175}" destId="{0A64C5BA-AD27-49AA-B016-06FC21D34C23}" srcOrd="1" destOrd="0" parTransId="{1BA1B216-3788-4B63-A6E6-9C33B632892C}" sibTransId="{290C235A-7DBD-4FD7-AEAC-172D14F9EADD}"/>
    <dgm:cxn modelId="{FA2778EE-00CC-4EBC-9858-C55E074F4608}" type="presOf" srcId="{2AEABEA5-60E9-4C37-B896-BCC7F6A3344D}" destId="{A316541D-BCD9-424B-9FCA-0C0B447113A6}" srcOrd="0" destOrd="0" presId="urn:microsoft.com/office/officeart/2018/2/layout/IconVerticalSolidList"/>
    <dgm:cxn modelId="{2ED5EAF2-B2FA-417F-928D-14E56E15DA89}" srcId="{E94B075E-CE50-4BFF-A9BE-D6C2FB8AE175}" destId="{148B49AB-9B4C-4EF3-BFCF-764EFD739509}" srcOrd="0" destOrd="0" parTransId="{8834410B-0EF8-4E4E-8383-AEEC8D70D2DE}" sibTransId="{02F6F9E9-AA38-4918-AA27-7F48B1F10A19}"/>
    <dgm:cxn modelId="{0981ED9A-C04F-47E1-97B8-4DE785F6FB28}" type="presParOf" srcId="{360AD741-487F-4714-BF95-6D76E3A2ED76}" destId="{07897A18-E640-4FB4-A8D9-661F1BD4745E}" srcOrd="0" destOrd="0" presId="urn:microsoft.com/office/officeart/2018/2/layout/IconVerticalSolidList"/>
    <dgm:cxn modelId="{69C59470-57F6-4FB1-AE3A-E081BCC6C827}" type="presParOf" srcId="{07897A18-E640-4FB4-A8D9-661F1BD4745E}" destId="{2024B356-86E4-482B-8F31-ACFA18FDB1E4}" srcOrd="0" destOrd="0" presId="urn:microsoft.com/office/officeart/2018/2/layout/IconVerticalSolidList"/>
    <dgm:cxn modelId="{1907A52C-A4CC-4473-9F2E-FE92A246AA58}" type="presParOf" srcId="{07897A18-E640-4FB4-A8D9-661F1BD4745E}" destId="{A462593F-5EC5-425B-BB6E-3FF2AD5B933C}" srcOrd="1" destOrd="0" presId="urn:microsoft.com/office/officeart/2018/2/layout/IconVerticalSolidList"/>
    <dgm:cxn modelId="{83C44E08-AC10-4E10-8100-045BD6DB035E}" type="presParOf" srcId="{07897A18-E640-4FB4-A8D9-661F1BD4745E}" destId="{E1980C1E-0DCD-4921-9E62-46318344540A}" srcOrd="2" destOrd="0" presId="urn:microsoft.com/office/officeart/2018/2/layout/IconVerticalSolidList"/>
    <dgm:cxn modelId="{18044A8C-1691-40EF-B763-9302F43EB418}" type="presParOf" srcId="{07897A18-E640-4FB4-A8D9-661F1BD4745E}" destId="{3026F25C-0675-4E29-A062-B2829BAC9C55}" srcOrd="3" destOrd="0" presId="urn:microsoft.com/office/officeart/2018/2/layout/IconVerticalSolidList"/>
    <dgm:cxn modelId="{4080C606-B583-4D5C-BC2F-E15BB050D59A}" type="presParOf" srcId="{360AD741-487F-4714-BF95-6D76E3A2ED76}" destId="{C4A1D0D1-C3A3-493A-BAFE-E18D76C15DBC}" srcOrd="1" destOrd="0" presId="urn:microsoft.com/office/officeart/2018/2/layout/IconVerticalSolidList"/>
    <dgm:cxn modelId="{A76FCFD3-001C-4ECA-90AD-8F15EE99DDE7}" type="presParOf" srcId="{360AD741-487F-4714-BF95-6D76E3A2ED76}" destId="{054ECE18-2532-429B-BAC8-36629143EF5B}" srcOrd="2" destOrd="0" presId="urn:microsoft.com/office/officeart/2018/2/layout/IconVerticalSolidList"/>
    <dgm:cxn modelId="{C5DEA992-4A4E-444B-8D86-984891D8B7D1}" type="presParOf" srcId="{054ECE18-2532-429B-BAC8-36629143EF5B}" destId="{E37C5759-9008-40D3-A518-22B20302938E}" srcOrd="0" destOrd="0" presId="urn:microsoft.com/office/officeart/2018/2/layout/IconVerticalSolidList"/>
    <dgm:cxn modelId="{725FE736-AE20-45B9-A967-1710F5E709DC}" type="presParOf" srcId="{054ECE18-2532-429B-BAC8-36629143EF5B}" destId="{987BC2D0-4CAB-44E8-8B23-85D5663DDD31}" srcOrd="1" destOrd="0" presId="urn:microsoft.com/office/officeart/2018/2/layout/IconVerticalSolidList"/>
    <dgm:cxn modelId="{9C11AD0C-2C78-4DBC-A025-95D6C2CED836}" type="presParOf" srcId="{054ECE18-2532-429B-BAC8-36629143EF5B}" destId="{1F8CD60D-2919-4783-8AAF-5DE44F590781}" srcOrd="2" destOrd="0" presId="urn:microsoft.com/office/officeart/2018/2/layout/IconVerticalSolidList"/>
    <dgm:cxn modelId="{EF553E94-1120-4779-9795-B643977BA5F3}" type="presParOf" srcId="{054ECE18-2532-429B-BAC8-36629143EF5B}" destId="{5F99B911-B85E-4E8A-A06C-71513114D26D}" srcOrd="3" destOrd="0" presId="urn:microsoft.com/office/officeart/2018/2/layout/IconVerticalSolidList"/>
    <dgm:cxn modelId="{05637CA5-6225-4EC1-BE2A-93C5DDCD2CE2}" type="presParOf" srcId="{360AD741-487F-4714-BF95-6D76E3A2ED76}" destId="{D76AE5D1-E1C8-4880-9C25-6D7FA1A0392C}" srcOrd="3" destOrd="0" presId="urn:microsoft.com/office/officeart/2018/2/layout/IconVerticalSolidList"/>
    <dgm:cxn modelId="{49414CB4-E32A-4CE1-B175-918B1DED8784}" type="presParOf" srcId="{360AD741-487F-4714-BF95-6D76E3A2ED76}" destId="{B2B24AE3-192C-4891-8FBF-AD7C29AFAEE7}" srcOrd="4" destOrd="0" presId="urn:microsoft.com/office/officeart/2018/2/layout/IconVerticalSolidList"/>
    <dgm:cxn modelId="{A772ADFD-8D95-4EAD-91DD-0DA5194377F0}" type="presParOf" srcId="{B2B24AE3-192C-4891-8FBF-AD7C29AFAEE7}" destId="{E9132604-917B-4490-B243-DBFA9DA95977}" srcOrd="0" destOrd="0" presId="urn:microsoft.com/office/officeart/2018/2/layout/IconVerticalSolidList"/>
    <dgm:cxn modelId="{3695983C-BE0C-4013-B47D-F462277AA7F1}" type="presParOf" srcId="{B2B24AE3-192C-4891-8FBF-AD7C29AFAEE7}" destId="{A3A51AFF-0DFB-4015-9979-AE1F5A19661B}" srcOrd="1" destOrd="0" presId="urn:microsoft.com/office/officeart/2018/2/layout/IconVerticalSolidList"/>
    <dgm:cxn modelId="{DADA52B7-A15D-4AAB-B477-EA76A4AB8E25}" type="presParOf" srcId="{B2B24AE3-192C-4891-8FBF-AD7C29AFAEE7}" destId="{F09F2BFB-316F-426E-80BB-EEA4184D8350}" srcOrd="2" destOrd="0" presId="urn:microsoft.com/office/officeart/2018/2/layout/IconVerticalSolidList"/>
    <dgm:cxn modelId="{F771188C-6DFD-4100-A6AC-C0F29C436B1A}" type="presParOf" srcId="{B2B24AE3-192C-4891-8FBF-AD7C29AFAEE7}" destId="{A316541D-BCD9-424B-9FCA-0C0B447113A6}" srcOrd="3" destOrd="0" presId="urn:microsoft.com/office/officeart/2018/2/layout/IconVerticalSolidList"/>
    <dgm:cxn modelId="{5D247BA9-9F1C-457A-A5E9-0D6B41ED273E}" type="presParOf" srcId="{360AD741-487F-4714-BF95-6D76E3A2ED76}" destId="{7CA0E989-B592-4C10-A587-AA48A94B3188}" srcOrd="5" destOrd="0" presId="urn:microsoft.com/office/officeart/2018/2/layout/IconVerticalSolidList"/>
    <dgm:cxn modelId="{0E259E06-FF80-4B70-A14C-5EE3B79075A1}" type="presParOf" srcId="{360AD741-487F-4714-BF95-6D76E3A2ED76}" destId="{0210F0E6-5D7D-47B2-8588-0B1C35392D4E}" srcOrd="6" destOrd="0" presId="urn:microsoft.com/office/officeart/2018/2/layout/IconVerticalSolidList"/>
    <dgm:cxn modelId="{318BED2A-47C5-4209-AEF0-DA43C8D58261}" type="presParOf" srcId="{0210F0E6-5D7D-47B2-8588-0B1C35392D4E}" destId="{A1B000D8-CD79-4D42-994D-2737074E3711}" srcOrd="0" destOrd="0" presId="urn:microsoft.com/office/officeart/2018/2/layout/IconVerticalSolidList"/>
    <dgm:cxn modelId="{D1996C03-CD96-4A3F-86CB-F03FEB5DFEAF}" type="presParOf" srcId="{0210F0E6-5D7D-47B2-8588-0B1C35392D4E}" destId="{2BC65434-DFAB-4ACE-AD43-2B300735DB3C}" srcOrd="1" destOrd="0" presId="urn:microsoft.com/office/officeart/2018/2/layout/IconVerticalSolidList"/>
    <dgm:cxn modelId="{5D9EF2EB-E385-4050-AF69-2455E7B90D61}" type="presParOf" srcId="{0210F0E6-5D7D-47B2-8588-0B1C35392D4E}" destId="{9049350F-EB4B-46AF-86EF-B94299AA48E5}" srcOrd="2" destOrd="0" presId="urn:microsoft.com/office/officeart/2018/2/layout/IconVerticalSolidList"/>
    <dgm:cxn modelId="{0254BCCE-E783-498F-A0FC-F4A9BD3FD4F3}" type="presParOf" srcId="{0210F0E6-5D7D-47B2-8588-0B1C35392D4E}" destId="{C4C8A613-863C-4115-87F8-80661AED964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3520AF3-4089-4C0A-9A79-10F4A6D5233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D731CC2-D0C0-41BB-8563-61568DA9220E}">
      <dgm:prSet/>
      <dgm:spPr/>
      <dgm:t>
        <a:bodyPr/>
        <a:lstStyle/>
        <a:p>
          <a:r>
            <a:rPr lang="en-US" b="0" i="0" baseline="0"/>
            <a:t>Acknowledge alerts quickly</a:t>
          </a:r>
          <a:endParaRPr lang="en-US"/>
        </a:p>
      </dgm:t>
    </dgm:pt>
    <dgm:pt modelId="{D254974D-032F-48B6-BDA6-6A8165F58105}" type="parTrans" cxnId="{3284B88F-D6FA-4512-B91D-CCE64F91DBC7}">
      <dgm:prSet/>
      <dgm:spPr/>
      <dgm:t>
        <a:bodyPr/>
        <a:lstStyle/>
        <a:p>
          <a:endParaRPr lang="en-US"/>
        </a:p>
      </dgm:t>
    </dgm:pt>
    <dgm:pt modelId="{88D2809C-1466-429E-9EDA-10250A8DC0C9}" type="sibTrans" cxnId="{3284B88F-D6FA-4512-B91D-CCE64F91DBC7}">
      <dgm:prSet/>
      <dgm:spPr/>
      <dgm:t>
        <a:bodyPr/>
        <a:lstStyle/>
        <a:p>
          <a:endParaRPr lang="en-US"/>
        </a:p>
      </dgm:t>
    </dgm:pt>
    <dgm:pt modelId="{AB043727-DEB6-4833-9C7D-B778BAE38E1B}">
      <dgm:prSet/>
      <dgm:spPr/>
      <dgm:t>
        <a:bodyPr/>
        <a:lstStyle/>
        <a:p>
          <a:r>
            <a:rPr lang="en-US" b="0" i="0" baseline="0"/>
            <a:t>Triage the issue and assess severity</a:t>
          </a:r>
          <a:endParaRPr lang="en-US"/>
        </a:p>
      </dgm:t>
    </dgm:pt>
    <dgm:pt modelId="{CD3E44EF-05DD-47E6-A991-37A1A40F8EFC}" type="parTrans" cxnId="{F2021577-EECD-4804-9202-690B030B8A7A}">
      <dgm:prSet/>
      <dgm:spPr/>
      <dgm:t>
        <a:bodyPr/>
        <a:lstStyle/>
        <a:p>
          <a:endParaRPr lang="en-US"/>
        </a:p>
      </dgm:t>
    </dgm:pt>
    <dgm:pt modelId="{F5169DC7-0929-421D-9BD8-E73A302B7832}" type="sibTrans" cxnId="{F2021577-EECD-4804-9202-690B030B8A7A}">
      <dgm:prSet/>
      <dgm:spPr/>
      <dgm:t>
        <a:bodyPr/>
        <a:lstStyle/>
        <a:p>
          <a:endParaRPr lang="en-US"/>
        </a:p>
      </dgm:t>
    </dgm:pt>
    <dgm:pt modelId="{F456AF41-FAC7-4B85-AF39-1EA60C7AFF06}">
      <dgm:prSet/>
      <dgm:spPr/>
      <dgm:t>
        <a:bodyPr/>
        <a:lstStyle/>
        <a:p>
          <a:r>
            <a:rPr lang="en-US" b="0" i="0" baseline="0"/>
            <a:t>Restore service as the top priority</a:t>
          </a:r>
          <a:endParaRPr lang="en-US"/>
        </a:p>
      </dgm:t>
    </dgm:pt>
    <dgm:pt modelId="{14590F50-541B-43C9-BA65-4C6326DE7E7A}" type="parTrans" cxnId="{DD28CCBC-24EF-4C54-8B34-1120697865A3}">
      <dgm:prSet/>
      <dgm:spPr/>
      <dgm:t>
        <a:bodyPr/>
        <a:lstStyle/>
        <a:p>
          <a:endParaRPr lang="en-US"/>
        </a:p>
      </dgm:t>
    </dgm:pt>
    <dgm:pt modelId="{DBCB1C46-AD44-48EE-BEC1-30247E7CC373}" type="sibTrans" cxnId="{DD28CCBC-24EF-4C54-8B34-1120697865A3}">
      <dgm:prSet/>
      <dgm:spPr/>
      <dgm:t>
        <a:bodyPr/>
        <a:lstStyle/>
        <a:p>
          <a:endParaRPr lang="en-US"/>
        </a:p>
      </dgm:t>
    </dgm:pt>
    <dgm:pt modelId="{AB8A01A7-2EAF-4582-A3EC-AFE60B386082}">
      <dgm:prSet/>
      <dgm:spPr/>
      <dgm:t>
        <a:bodyPr/>
        <a:lstStyle/>
        <a:p>
          <a:r>
            <a:rPr lang="en-US" b="0" i="0" baseline="0"/>
            <a:t>Escalate when needed</a:t>
          </a:r>
          <a:endParaRPr lang="en-US"/>
        </a:p>
      </dgm:t>
    </dgm:pt>
    <dgm:pt modelId="{6F326F30-CC4D-47D8-9809-8013D726105A}" type="parTrans" cxnId="{821344BA-4C80-4EB2-A1FA-67438FEDEDAB}">
      <dgm:prSet/>
      <dgm:spPr/>
      <dgm:t>
        <a:bodyPr/>
        <a:lstStyle/>
        <a:p>
          <a:endParaRPr lang="en-US"/>
        </a:p>
      </dgm:t>
    </dgm:pt>
    <dgm:pt modelId="{15AC7397-490E-47FB-BED0-914E04D5362A}" type="sibTrans" cxnId="{821344BA-4C80-4EB2-A1FA-67438FEDEDAB}">
      <dgm:prSet/>
      <dgm:spPr/>
      <dgm:t>
        <a:bodyPr/>
        <a:lstStyle/>
        <a:p>
          <a:endParaRPr lang="en-US"/>
        </a:p>
      </dgm:t>
    </dgm:pt>
    <dgm:pt modelId="{941B496A-89DF-48FB-9A0C-7391AFD22B99}" type="pres">
      <dgm:prSet presAssocID="{53520AF3-4089-4C0A-9A79-10F4A6D52330}" presName="root" presStyleCnt="0">
        <dgm:presLayoutVars>
          <dgm:dir/>
          <dgm:resizeHandles val="exact"/>
        </dgm:presLayoutVars>
      </dgm:prSet>
      <dgm:spPr/>
    </dgm:pt>
    <dgm:pt modelId="{624F2166-FB28-4C1E-B72A-1A5651DA5EEA}" type="pres">
      <dgm:prSet presAssocID="{3D731CC2-D0C0-41BB-8563-61568DA9220E}" presName="compNode" presStyleCnt="0"/>
      <dgm:spPr/>
    </dgm:pt>
    <dgm:pt modelId="{F17D58A5-D345-487A-AB99-7E561ADE3EC2}" type="pres">
      <dgm:prSet presAssocID="{3D731CC2-D0C0-41BB-8563-61568DA9220E}" presName="bgRect" presStyleLbl="bgShp" presStyleIdx="0" presStyleCnt="4"/>
      <dgm:spPr/>
    </dgm:pt>
    <dgm:pt modelId="{3733D783-5DEF-47D3-94AB-54B0BE683F3E}" type="pres">
      <dgm:prSet presAssocID="{3D731CC2-D0C0-41BB-8563-61568DA9220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8F8973F0-8A81-4BE8-BE27-E29CD3290DD8}" type="pres">
      <dgm:prSet presAssocID="{3D731CC2-D0C0-41BB-8563-61568DA9220E}" presName="spaceRect" presStyleCnt="0"/>
      <dgm:spPr/>
    </dgm:pt>
    <dgm:pt modelId="{1743D1A0-7CFE-433D-851A-287398A6740E}" type="pres">
      <dgm:prSet presAssocID="{3D731CC2-D0C0-41BB-8563-61568DA9220E}" presName="parTx" presStyleLbl="revTx" presStyleIdx="0" presStyleCnt="4">
        <dgm:presLayoutVars>
          <dgm:chMax val="0"/>
          <dgm:chPref val="0"/>
        </dgm:presLayoutVars>
      </dgm:prSet>
      <dgm:spPr/>
    </dgm:pt>
    <dgm:pt modelId="{0AD9F7F0-88D3-49DA-9220-413CC52BC00F}" type="pres">
      <dgm:prSet presAssocID="{88D2809C-1466-429E-9EDA-10250A8DC0C9}" presName="sibTrans" presStyleCnt="0"/>
      <dgm:spPr/>
    </dgm:pt>
    <dgm:pt modelId="{21CABFF5-70A7-479A-877B-36068572AE9E}" type="pres">
      <dgm:prSet presAssocID="{AB043727-DEB6-4833-9C7D-B778BAE38E1B}" presName="compNode" presStyleCnt="0"/>
      <dgm:spPr/>
    </dgm:pt>
    <dgm:pt modelId="{E7099B48-1DB9-4C15-AFD8-78FBE7CADD6B}" type="pres">
      <dgm:prSet presAssocID="{AB043727-DEB6-4833-9C7D-B778BAE38E1B}" presName="bgRect" presStyleLbl="bgShp" presStyleIdx="1" presStyleCnt="4"/>
      <dgm:spPr/>
    </dgm:pt>
    <dgm:pt modelId="{944832A4-431C-41BA-A57A-8A4189AD3AB0}" type="pres">
      <dgm:prSet presAssocID="{AB043727-DEB6-4833-9C7D-B778BAE38E1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C6AD0000-E233-47C1-8EB3-973CC33A2ECD}" type="pres">
      <dgm:prSet presAssocID="{AB043727-DEB6-4833-9C7D-B778BAE38E1B}" presName="spaceRect" presStyleCnt="0"/>
      <dgm:spPr/>
    </dgm:pt>
    <dgm:pt modelId="{207E4E89-443B-41E7-A3CF-A3279B2ECDE4}" type="pres">
      <dgm:prSet presAssocID="{AB043727-DEB6-4833-9C7D-B778BAE38E1B}" presName="parTx" presStyleLbl="revTx" presStyleIdx="1" presStyleCnt="4">
        <dgm:presLayoutVars>
          <dgm:chMax val="0"/>
          <dgm:chPref val="0"/>
        </dgm:presLayoutVars>
      </dgm:prSet>
      <dgm:spPr/>
    </dgm:pt>
    <dgm:pt modelId="{F5925DBA-9591-478A-9225-8F213EBBBEC9}" type="pres">
      <dgm:prSet presAssocID="{F5169DC7-0929-421D-9BD8-E73A302B7832}" presName="sibTrans" presStyleCnt="0"/>
      <dgm:spPr/>
    </dgm:pt>
    <dgm:pt modelId="{71E5C257-0324-428D-BF70-9AC7CFB7735D}" type="pres">
      <dgm:prSet presAssocID="{F456AF41-FAC7-4B85-AF39-1EA60C7AFF06}" presName="compNode" presStyleCnt="0"/>
      <dgm:spPr/>
    </dgm:pt>
    <dgm:pt modelId="{6C788F3C-A0AA-409F-B32F-53C548E4137E}" type="pres">
      <dgm:prSet presAssocID="{F456AF41-FAC7-4B85-AF39-1EA60C7AFF06}" presName="bgRect" presStyleLbl="bgShp" presStyleIdx="2" presStyleCnt="4"/>
      <dgm:spPr/>
    </dgm:pt>
    <dgm:pt modelId="{B268AC6C-1932-4925-97C6-E2577F437E4D}" type="pres">
      <dgm:prSet presAssocID="{F456AF41-FAC7-4B85-AF39-1EA60C7AFF06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59958AC0-CDB5-4268-B327-D44C928898D9}" type="pres">
      <dgm:prSet presAssocID="{F456AF41-FAC7-4B85-AF39-1EA60C7AFF06}" presName="spaceRect" presStyleCnt="0"/>
      <dgm:spPr/>
    </dgm:pt>
    <dgm:pt modelId="{10404C6B-311C-4641-A2AE-8977A7F7DE3D}" type="pres">
      <dgm:prSet presAssocID="{F456AF41-FAC7-4B85-AF39-1EA60C7AFF06}" presName="parTx" presStyleLbl="revTx" presStyleIdx="2" presStyleCnt="4">
        <dgm:presLayoutVars>
          <dgm:chMax val="0"/>
          <dgm:chPref val="0"/>
        </dgm:presLayoutVars>
      </dgm:prSet>
      <dgm:spPr/>
    </dgm:pt>
    <dgm:pt modelId="{EAA6D1E2-4644-456B-9852-F3BAD986AA6E}" type="pres">
      <dgm:prSet presAssocID="{DBCB1C46-AD44-48EE-BEC1-30247E7CC373}" presName="sibTrans" presStyleCnt="0"/>
      <dgm:spPr/>
    </dgm:pt>
    <dgm:pt modelId="{D52280AB-0601-4CC6-A6FE-97018A346903}" type="pres">
      <dgm:prSet presAssocID="{AB8A01A7-2EAF-4582-A3EC-AFE60B386082}" presName="compNode" presStyleCnt="0"/>
      <dgm:spPr/>
    </dgm:pt>
    <dgm:pt modelId="{EC7AD3D7-0415-4954-8D6E-5B2D4141D0C7}" type="pres">
      <dgm:prSet presAssocID="{AB8A01A7-2EAF-4582-A3EC-AFE60B386082}" presName="bgRect" presStyleLbl="bgShp" presStyleIdx="3" presStyleCnt="4"/>
      <dgm:spPr/>
    </dgm:pt>
    <dgm:pt modelId="{FF1671C5-CF56-4C50-B9ED-BCEB536655F1}" type="pres">
      <dgm:prSet presAssocID="{AB8A01A7-2EAF-4582-A3EC-AFE60B38608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16DDCA85-B9D4-40B7-B0D7-D019FCB6582F}" type="pres">
      <dgm:prSet presAssocID="{AB8A01A7-2EAF-4582-A3EC-AFE60B386082}" presName="spaceRect" presStyleCnt="0"/>
      <dgm:spPr/>
    </dgm:pt>
    <dgm:pt modelId="{E045889A-45C1-4730-8349-A9BECE4690B0}" type="pres">
      <dgm:prSet presAssocID="{AB8A01A7-2EAF-4582-A3EC-AFE60B386082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C46D7901-D71A-4880-8EE8-2CE927979E0E}" type="presOf" srcId="{3D731CC2-D0C0-41BB-8563-61568DA9220E}" destId="{1743D1A0-7CFE-433D-851A-287398A6740E}" srcOrd="0" destOrd="0" presId="urn:microsoft.com/office/officeart/2018/2/layout/IconVerticalSolidList"/>
    <dgm:cxn modelId="{B24D561B-D4E1-46B9-8FE6-45CCBBC895C6}" type="presOf" srcId="{AB8A01A7-2EAF-4582-A3EC-AFE60B386082}" destId="{E045889A-45C1-4730-8349-A9BECE4690B0}" srcOrd="0" destOrd="0" presId="urn:microsoft.com/office/officeart/2018/2/layout/IconVerticalSolidList"/>
    <dgm:cxn modelId="{219D6535-11F3-4DB6-8CE3-DA36434BDC82}" type="presOf" srcId="{AB043727-DEB6-4833-9C7D-B778BAE38E1B}" destId="{207E4E89-443B-41E7-A3CF-A3279B2ECDE4}" srcOrd="0" destOrd="0" presId="urn:microsoft.com/office/officeart/2018/2/layout/IconVerticalSolidList"/>
    <dgm:cxn modelId="{C0036E75-3A07-4CF8-85BB-CE4E7DF4736D}" type="presOf" srcId="{53520AF3-4089-4C0A-9A79-10F4A6D52330}" destId="{941B496A-89DF-48FB-9A0C-7391AFD22B99}" srcOrd="0" destOrd="0" presId="urn:microsoft.com/office/officeart/2018/2/layout/IconVerticalSolidList"/>
    <dgm:cxn modelId="{F2021577-EECD-4804-9202-690B030B8A7A}" srcId="{53520AF3-4089-4C0A-9A79-10F4A6D52330}" destId="{AB043727-DEB6-4833-9C7D-B778BAE38E1B}" srcOrd="1" destOrd="0" parTransId="{CD3E44EF-05DD-47E6-A991-37A1A40F8EFC}" sibTransId="{F5169DC7-0929-421D-9BD8-E73A302B7832}"/>
    <dgm:cxn modelId="{3284B88F-D6FA-4512-B91D-CCE64F91DBC7}" srcId="{53520AF3-4089-4C0A-9A79-10F4A6D52330}" destId="{3D731CC2-D0C0-41BB-8563-61568DA9220E}" srcOrd="0" destOrd="0" parTransId="{D254974D-032F-48B6-BDA6-6A8165F58105}" sibTransId="{88D2809C-1466-429E-9EDA-10250A8DC0C9}"/>
    <dgm:cxn modelId="{821344BA-4C80-4EB2-A1FA-67438FEDEDAB}" srcId="{53520AF3-4089-4C0A-9A79-10F4A6D52330}" destId="{AB8A01A7-2EAF-4582-A3EC-AFE60B386082}" srcOrd="3" destOrd="0" parTransId="{6F326F30-CC4D-47D8-9809-8013D726105A}" sibTransId="{15AC7397-490E-47FB-BED0-914E04D5362A}"/>
    <dgm:cxn modelId="{DD28CCBC-24EF-4C54-8B34-1120697865A3}" srcId="{53520AF3-4089-4C0A-9A79-10F4A6D52330}" destId="{F456AF41-FAC7-4B85-AF39-1EA60C7AFF06}" srcOrd="2" destOrd="0" parTransId="{14590F50-541B-43C9-BA65-4C6326DE7E7A}" sibTransId="{DBCB1C46-AD44-48EE-BEC1-30247E7CC373}"/>
    <dgm:cxn modelId="{B11256DE-EB55-4B79-BB21-C7F49060DC61}" type="presOf" srcId="{F456AF41-FAC7-4B85-AF39-1EA60C7AFF06}" destId="{10404C6B-311C-4641-A2AE-8977A7F7DE3D}" srcOrd="0" destOrd="0" presId="urn:microsoft.com/office/officeart/2018/2/layout/IconVerticalSolidList"/>
    <dgm:cxn modelId="{6530FD86-6308-4714-86A2-5B5A9B4949DE}" type="presParOf" srcId="{941B496A-89DF-48FB-9A0C-7391AFD22B99}" destId="{624F2166-FB28-4C1E-B72A-1A5651DA5EEA}" srcOrd="0" destOrd="0" presId="urn:microsoft.com/office/officeart/2018/2/layout/IconVerticalSolidList"/>
    <dgm:cxn modelId="{1465FC61-84C2-43A5-8C41-3CC068BF8351}" type="presParOf" srcId="{624F2166-FB28-4C1E-B72A-1A5651DA5EEA}" destId="{F17D58A5-D345-487A-AB99-7E561ADE3EC2}" srcOrd="0" destOrd="0" presId="urn:microsoft.com/office/officeart/2018/2/layout/IconVerticalSolidList"/>
    <dgm:cxn modelId="{A10A1DE8-84A4-48E2-9519-B7D9172F7DE5}" type="presParOf" srcId="{624F2166-FB28-4C1E-B72A-1A5651DA5EEA}" destId="{3733D783-5DEF-47D3-94AB-54B0BE683F3E}" srcOrd="1" destOrd="0" presId="urn:microsoft.com/office/officeart/2018/2/layout/IconVerticalSolidList"/>
    <dgm:cxn modelId="{7F15F5EB-4957-4044-8739-3D8F291E5D8D}" type="presParOf" srcId="{624F2166-FB28-4C1E-B72A-1A5651DA5EEA}" destId="{8F8973F0-8A81-4BE8-BE27-E29CD3290DD8}" srcOrd="2" destOrd="0" presId="urn:microsoft.com/office/officeart/2018/2/layout/IconVerticalSolidList"/>
    <dgm:cxn modelId="{DE050349-B9A7-4548-B52F-E16BBB195D6C}" type="presParOf" srcId="{624F2166-FB28-4C1E-B72A-1A5651DA5EEA}" destId="{1743D1A0-7CFE-433D-851A-287398A6740E}" srcOrd="3" destOrd="0" presId="urn:microsoft.com/office/officeart/2018/2/layout/IconVerticalSolidList"/>
    <dgm:cxn modelId="{191AD7F6-C587-4B11-9ADD-EFA1FC4A30D6}" type="presParOf" srcId="{941B496A-89DF-48FB-9A0C-7391AFD22B99}" destId="{0AD9F7F0-88D3-49DA-9220-413CC52BC00F}" srcOrd="1" destOrd="0" presId="urn:microsoft.com/office/officeart/2018/2/layout/IconVerticalSolidList"/>
    <dgm:cxn modelId="{F2C6A624-EF87-4D10-B881-EF419CCDDD10}" type="presParOf" srcId="{941B496A-89DF-48FB-9A0C-7391AFD22B99}" destId="{21CABFF5-70A7-479A-877B-36068572AE9E}" srcOrd="2" destOrd="0" presId="urn:microsoft.com/office/officeart/2018/2/layout/IconVerticalSolidList"/>
    <dgm:cxn modelId="{47E393E7-F923-4E91-87C2-841AC334704E}" type="presParOf" srcId="{21CABFF5-70A7-479A-877B-36068572AE9E}" destId="{E7099B48-1DB9-4C15-AFD8-78FBE7CADD6B}" srcOrd="0" destOrd="0" presId="urn:microsoft.com/office/officeart/2018/2/layout/IconVerticalSolidList"/>
    <dgm:cxn modelId="{C348EB7C-5804-4B88-A54F-D4CEB98B1B45}" type="presParOf" srcId="{21CABFF5-70A7-479A-877B-36068572AE9E}" destId="{944832A4-431C-41BA-A57A-8A4189AD3AB0}" srcOrd="1" destOrd="0" presId="urn:microsoft.com/office/officeart/2018/2/layout/IconVerticalSolidList"/>
    <dgm:cxn modelId="{58B29871-B845-49AD-B509-8B1A444DE5AC}" type="presParOf" srcId="{21CABFF5-70A7-479A-877B-36068572AE9E}" destId="{C6AD0000-E233-47C1-8EB3-973CC33A2ECD}" srcOrd="2" destOrd="0" presId="urn:microsoft.com/office/officeart/2018/2/layout/IconVerticalSolidList"/>
    <dgm:cxn modelId="{58D0F86D-A630-4448-BB59-AE41CC716ABC}" type="presParOf" srcId="{21CABFF5-70A7-479A-877B-36068572AE9E}" destId="{207E4E89-443B-41E7-A3CF-A3279B2ECDE4}" srcOrd="3" destOrd="0" presId="urn:microsoft.com/office/officeart/2018/2/layout/IconVerticalSolidList"/>
    <dgm:cxn modelId="{D41593B3-69DA-4BFD-91A3-C066DECB01E7}" type="presParOf" srcId="{941B496A-89DF-48FB-9A0C-7391AFD22B99}" destId="{F5925DBA-9591-478A-9225-8F213EBBBEC9}" srcOrd="3" destOrd="0" presId="urn:microsoft.com/office/officeart/2018/2/layout/IconVerticalSolidList"/>
    <dgm:cxn modelId="{7440982D-09E3-42F0-8024-CB1FBE3B5868}" type="presParOf" srcId="{941B496A-89DF-48FB-9A0C-7391AFD22B99}" destId="{71E5C257-0324-428D-BF70-9AC7CFB7735D}" srcOrd="4" destOrd="0" presId="urn:microsoft.com/office/officeart/2018/2/layout/IconVerticalSolidList"/>
    <dgm:cxn modelId="{0E3B0383-0BB4-4D3F-AA87-5E556E52EBAD}" type="presParOf" srcId="{71E5C257-0324-428D-BF70-9AC7CFB7735D}" destId="{6C788F3C-A0AA-409F-B32F-53C548E4137E}" srcOrd="0" destOrd="0" presId="urn:microsoft.com/office/officeart/2018/2/layout/IconVerticalSolidList"/>
    <dgm:cxn modelId="{E54A1A6A-CCFD-43B4-A5E3-7314BA6266A9}" type="presParOf" srcId="{71E5C257-0324-428D-BF70-9AC7CFB7735D}" destId="{B268AC6C-1932-4925-97C6-E2577F437E4D}" srcOrd="1" destOrd="0" presId="urn:microsoft.com/office/officeart/2018/2/layout/IconVerticalSolidList"/>
    <dgm:cxn modelId="{5B7A96EB-ED45-4D94-8AE9-B79080FB6B55}" type="presParOf" srcId="{71E5C257-0324-428D-BF70-9AC7CFB7735D}" destId="{59958AC0-CDB5-4268-B327-D44C928898D9}" srcOrd="2" destOrd="0" presId="urn:microsoft.com/office/officeart/2018/2/layout/IconVerticalSolidList"/>
    <dgm:cxn modelId="{3C93EC6C-2820-4D3D-884E-ED38A02FD3A9}" type="presParOf" srcId="{71E5C257-0324-428D-BF70-9AC7CFB7735D}" destId="{10404C6B-311C-4641-A2AE-8977A7F7DE3D}" srcOrd="3" destOrd="0" presId="urn:microsoft.com/office/officeart/2018/2/layout/IconVerticalSolidList"/>
    <dgm:cxn modelId="{C0EA5E8C-4876-44F9-A2C2-7CD83562D1D2}" type="presParOf" srcId="{941B496A-89DF-48FB-9A0C-7391AFD22B99}" destId="{EAA6D1E2-4644-456B-9852-F3BAD986AA6E}" srcOrd="5" destOrd="0" presId="urn:microsoft.com/office/officeart/2018/2/layout/IconVerticalSolidList"/>
    <dgm:cxn modelId="{74AFDF2E-A64E-4605-8233-62116781F9EB}" type="presParOf" srcId="{941B496A-89DF-48FB-9A0C-7391AFD22B99}" destId="{D52280AB-0601-4CC6-A6FE-97018A346903}" srcOrd="6" destOrd="0" presId="urn:microsoft.com/office/officeart/2018/2/layout/IconVerticalSolidList"/>
    <dgm:cxn modelId="{93B6B8FF-9EE2-4E67-A5EA-456C5C9B018C}" type="presParOf" srcId="{D52280AB-0601-4CC6-A6FE-97018A346903}" destId="{EC7AD3D7-0415-4954-8D6E-5B2D4141D0C7}" srcOrd="0" destOrd="0" presId="urn:microsoft.com/office/officeart/2018/2/layout/IconVerticalSolidList"/>
    <dgm:cxn modelId="{D7B67B97-BEB5-4582-BC9B-1FB392234DD6}" type="presParOf" srcId="{D52280AB-0601-4CC6-A6FE-97018A346903}" destId="{FF1671C5-CF56-4C50-B9ED-BCEB536655F1}" srcOrd="1" destOrd="0" presId="urn:microsoft.com/office/officeart/2018/2/layout/IconVerticalSolidList"/>
    <dgm:cxn modelId="{F0B76858-15AB-4A71-B569-BCA131644612}" type="presParOf" srcId="{D52280AB-0601-4CC6-A6FE-97018A346903}" destId="{16DDCA85-B9D4-40B7-B0D7-D019FCB6582F}" srcOrd="2" destOrd="0" presId="urn:microsoft.com/office/officeart/2018/2/layout/IconVerticalSolidList"/>
    <dgm:cxn modelId="{32DF85E7-E179-4AD8-ACEC-BA4295ACF57C}" type="presParOf" srcId="{D52280AB-0601-4CC6-A6FE-97018A346903}" destId="{E045889A-45C1-4730-8349-A9BECE4690B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8B67423-8628-4F5A-8556-D02446D76B0A}" type="doc">
      <dgm:prSet loTypeId="urn:microsoft.com/office/officeart/2005/8/layout/process1" loCatId="process" qsTypeId="urn:microsoft.com/office/officeart/2005/8/quickstyle/simple3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64A191BF-BD60-4F2E-A5BA-CCC3538B80CB}">
      <dgm:prSet/>
      <dgm:spPr/>
      <dgm:t>
        <a:bodyPr/>
        <a:lstStyle/>
        <a:p>
          <a:r>
            <a:rPr lang="en-US" b="0" i="0" baseline="0"/>
            <a:t>Backup support if primary cannot resolve issue</a:t>
          </a:r>
          <a:endParaRPr lang="en-US"/>
        </a:p>
      </dgm:t>
    </dgm:pt>
    <dgm:pt modelId="{C709081D-6564-4071-B6F5-6CE60FA9F42D}" type="parTrans" cxnId="{B0D38EE3-F9E0-4AD4-8C22-85ABC8B1A3B9}">
      <dgm:prSet/>
      <dgm:spPr/>
      <dgm:t>
        <a:bodyPr/>
        <a:lstStyle/>
        <a:p>
          <a:endParaRPr lang="en-US"/>
        </a:p>
      </dgm:t>
    </dgm:pt>
    <dgm:pt modelId="{8B46BC6A-9184-42B0-864A-6B8E99C94B5C}" type="sibTrans" cxnId="{B0D38EE3-F9E0-4AD4-8C22-85ABC8B1A3B9}">
      <dgm:prSet/>
      <dgm:spPr/>
      <dgm:t>
        <a:bodyPr/>
        <a:lstStyle/>
        <a:p>
          <a:endParaRPr lang="en-US"/>
        </a:p>
      </dgm:t>
    </dgm:pt>
    <dgm:pt modelId="{9E1516A6-FC3E-4827-BA33-99A684B94EBB}">
      <dgm:prSet/>
      <dgm:spPr/>
      <dgm:t>
        <a:bodyPr/>
        <a:lstStyle/>
        <a:p>
          <a:r>
            <a:rPr lang="en-US" b="0" i="0" baseline="0"/>
            <a:t>Helps avoid single points of failure</a:t>
          </a:r>
          <a:endParaRPr lang="en-US"/>
        </a:p>
      </dgm:t>
    </dgm:pt>
    <dgm:pt modelId="{08E66563-2FBE-404F-9188-85361B6F61D8}" type="parTrans" cxnId="{D0FC9DCD-1EBE-44C3-BECC-031E84B924AF}">
      <dgm:prSet/>
      <dgm:spPr/>
      <dgm:t>
        <a:bodyPr/>
        <a:lstStyle/>
        <a:p>
          <a:endParaRPr lang="en-US"/>
        </a:p>
      </dgm:t>
    </dgm:pt>
    <dgm:pt modelId="{555688AB-E584-406F-8E0A-E9C02886B04D}" type="sibTrans" cxnId="{D0FC9DCD-1EBE-44C3-BECC-031E84B924AF}">
      <dgm:prSet/>
      <dgm:spPr/>
      <dgm:t>
        <a:bodyPr/>
        <a:lstStyle/>
        <a:p>
          <a:endParaRPr lang="en-US"/>
        </a:p>
      </dgm:t>
    </dgm:pt>
    <dgm:pt modelId="{02B5F949-9026-452B-9B76-A44AE909CA59}">
      <dgm:prSet/>
      <dgm:spPr/>
      <dgm:t>
        <a:bodyPr/>
        <a:lstStyle/>
        <a:p>
          <a:r>
            <a:rPr lang="en-US" b="0" i="0" baseline="0"/>
            <a:t>Provides coverage for complex or high impact incidents</a:t>
          </a:r>
          <a:endParaRPr lang="en-US"/>
        </a:p>
      </dgm:t>
    </dgm:pt>
    <dgm:pt modelId="{92C0A1F9-87C3-4832-A5E8-6845BDE241C5}" type="parTrans" cxnId="{899585D8-D920-4DD9-BFA0-294C386DE7EB}">
      <dgm:prSet/>
      <dgm:spPr/>
      <dgm:t>
        <a:bodyPr/>
        <a:lstStyle/>
        <a:p>
          <a:endParaRPr lang="en-US"/>
        </a:p>
      </dgm:t>
    </dgm:pt>
    <dgm:pt modelId="{7BE8156E-F39C-4726-820E-89AD6C6AF82A}" type="sibTrans" cxnId="{899585D8-D920-4DD9-BFA0-294C386DE7EB}">
      <dgm:prSet/>
      <dgm:spPr/>
      <dgm:t>
        <a:bodyPr/>
        <a:lstStyle/>
        <a:p>
          <a:endParaRPr lang="en-US"/>
        </a:p>
      </dgm:t>
    </dgm:pt>
    <dgm:pt modelId="{A04AF1AA-F91B-43E6-8EDD-88BCF65FECEA}">
      <dgm:prSet/>
      <dgm:spPr/>
      <dgm:t>
        <a:bodyPr/>
        <a:lstStyle/>
        <a:p>
          <a:r>
            <a:rPr lang="en-US" b="0" i="0" baseline="0"/>
            <a:t>Reduces pressure on one person</a:t>
          </a:r>
          <a:endParaRPr lang="en-US"/>
        </a:p>
      </dgm:t>
    </dgm:pt>
    <dgm:pt modelId="{32D06604-F0B7-441A-A91D-4F88BC315F17}" type="parTrans" cxnId="{CCC008A2-4617-456C-A3A0-B2C8F6767C5C}">
      <dgm:prSet/>
      <dgm:spPr/>
      <dgm:t>
        <a:bodyPr/>
        <a:lstStyle/>
        <a:p>
          <a:endParaRPr lang="en-US"/>
        </a:p>
      </dgm:t>
    </dgm:pt>
    <dgm:pt modelId="{A6B09E81-8A28-4CCD-B51E-5C092FC40FA7}" type="sibTrans" cxnId="{CCC008A2-4617-456C-A3A0-B2C8F6767C5C}">
      <dgm:prSet/>
      <dgm:spPr/>
      <dgm:t>
        <a:bodyPr/>
        <a:lstStyle/>
        <a:p>
          <a:endParaRPr lang="en-US"/>
        </a:p>
      </dgm:t>
    </dgm:pt>
    <dgm:pt modelId="{E8B5A7EF-ADC3-4EA5-B815-BEA46752EEBD}" type="pres">
      <dgm:prSet presAssocID="{D8B67423-8628-4F5A-8556-D02446D76B0A}" presName="Name0" presStyleCnt="0">
        <dgm:presLayoutVars>
          <dgm:dir/>
          <dgm:resizeHandles val="exact"/>
        </dgm:presLayoutVars>
      </dgm:prSet>
      <dgm:spPr/>
    </dgm:pt>
    <dgm:pt modelId="{D08DE83D-897E-4261-9BC2-638304CCE946}" type="pres">
      <dgm:prSet presAssocID="{64A191BF-BD60-4F2E-A5BA-CCC3538B80CB}" presName="node" presStyleLbl="node1" presStyleIdx="0" presStyleCnt="4">
        <dgm:presLayoutVars>
          <dgm:bulletEnabled val="1"/>
        </dgm:presLayoutVars>
      </dgm:prSet>
      <dgm:spPr/>
    </dgm:pt>
    <dgm:pt modelId="{66530967-ED70-4836-B5DA-8C6A302C074D}" type="pres">
      <dgm:prSet presAssocID="{8B46BC6A-9184-42B0-864A-6B8E99C94B5C}" presName="sibTrans" presStyleLbl="sibTrans2D1" presStyleIdx="0" presStyleCnt="3"/>
      <dgm:spPr/>
    </dgm:pt>
    <dgm:pt modelId="{86DA55C7-3F14-40A6-B197-DB909BAB49CF}" type="pres">
      <dgm:prSet presAssocID="{8B46BC6A-9184-42B0-864A-6B8E99C94B5C}" presName="connectorText" presStyleLbl="sibTrans2D1" presStyleIdx="0" presStyleCnt="3"/>
      <dgm:spPr/>
    </dgm:pt>
    <dgm:pt modelId="{F2E4ED24-05FE-433F-8235-C11BD6E75CD2}" type="pres">
      <dgm:prSet presAssocID="{9E1516A6-FC3E-4827-BA33-99A684B94EBB}" presName="node" presStyleLbl="node1" presStyleIdx="1" presStyleCnt="4">
        <dgm:presLayoutVars>
          <dgm:bulletEnabled val="1"/>
        </dgm:presLayoutVars>
      </dgm:prSet>
      <dgm:spPr/>
    </dgm:pt>
    <dgm:pt modelId="{C6D10DD4-AEF0-4472-B163-3A6F642094AC}" type="pres">
      <dgm:prSet presAssocID="{555688AB-E584-406F-8E0A-E9C02886B04D}" presName="sibTrans" presStyleLbl="sibTrans2D1" presStyleIdx="1" presStyleCnt="3"/>
      <dgm:spPr/>
    </dgm:pt>
    <dgm:pt modelId="{04718405-6073-430E-A898-6F0833110837}" type="pres">
      <dgm:prSet presAssocID="{555688AB-E584-406F-8E0A-E9C02886B04D}" presName="connectorText" presStyleLbl="sibTrans2D1" presStyleIdx="1" presStyleCnt="3"/>
      <dgm:spPr/>
    </dgm:pt>
    <dgm:pt modelId="{8D94CDE6-AEB3-4B82-A4B8-82D213784128}" type="pres">
      <dgm:prSet presAssocID="{02B5F949-9026-452B-9B76-A44AE909CA59}" presName="node" presStyleLbl="node1" presStyleIdx="2" presStyleCnt="4">
        <dgm:presLayoutVars>
          <dgm:bulletEnabled val="1"/>
        </dgm:presLayoutVars>
      </dgm:prSet>
      <dgm:spPr/>
    </dgm:pt>
    <dgm:pt modelId="{5158540E-EED5-4690-A132-BC6BA7D1C42B}" type="pres">
      <dgm:prSet presAssocID="{7BE8156E-F39C-4726-820E-89AD6C6AF82A}" presName="sibTrans" presStyleLbl="sibTrans2D1" presStyleIdx="2" presStyleCnt="3"/>
      <dgm:spPr/>
    </dgm:pt>
    <dgm:pt modelId="{B86157B9-3D2B-4143-AF63-0B6521C73C38}" type="pres">
      <dgm:prSet presAssocID="{7BE8156E-F39C-4726-820E-89AD6C6AF82A}" presName="connectorText" presStyleLbl="sibTrans2D1" presStyleIdx="2" presStyleCnt="3"/>
      <dgm:spPr/>
    </dgm:pt>
    <dgm:pt modelId="{19232D9A-8564-43C4-84FD-E749275185DF}" type="pres">
      <dgm:prSet presAssocID="{A04AF1AA-F91B-43E6-8EDD-88BCF65FECEA}" presName="node" presStyleLbl="node1" presStyleIdx="3" presStyleCnt="4">
        <dgm:presLayoutVars>
          <dgm:bulletEnabled val="1"/>
        </dgm:presLayoutVars>
      </dgm:prSet>
      <dgm:spPr/>
    </dgm:pt>
  </dgm:ptLst>
  <dgm:cxnLst>
    <dgm:cxn modelId="{CE093115-E0F6-4A9C-9DC7-E4803C9AC13A}" type="presOf" srcId="{7BE8156E-F39C-4726-820E-89AD6C6AF82A}" destId="{5158540E-EED5-4690-A132-BC6BA7D1C42B}" srcOrd="0" destOrd="0" presId="urn:microsoft.com/office/officeart/2005/8/layout/process1"/>
    <dgm:cxn modelId="{4000D07A-106C-4A4C-8103-F8767870190E}" type="presOf" srcId="{02B5F949-9026-452B-9B76-A44AE909CA59}" destId="{8D94CDE6-AEB3-4B82-A4B8-82D213784128}" srcOrd="0" destOrd="0" presId="urn:microsoft.com/office/officeart/2005/8/layout/process1"/>
    <dgm:cxn modelId="{C6E81A98-E0CE-4CA4-9E48-575D9E3A47D6}" type="presOf" srcId="{555688AB-E584-406F-8E0A-E9C02886B04D}" destId="{04718405-6073-430E-A898-6F0833110837}" srcOrd="1" destOrd="0" presId="urn:microsoft.com/office/officeart/2005/8/layout/process1"/>
    <dgm:cxn modelId="{CCC008A2-4617-456C-A3A0-B2C8F6767C5C}" srcId="{D8B67423-8628-4F5A-8556-D02446D76B0A}" destId="{A04AF1AA-F91B-43E6-8EDD-88BCF65FECEA}" srcOrd="3" destOrd="0" parTransId="{32D06604-F0B7-441A-A91D-4F88BC315F17}" sibTransId="{A6B09E81-8A28-4CCD-B51E-5C092FC40FA7}"/>
    <dgm:cxn modelId="{AF04A7A8-DFC8-4316-BBA8-572343213C1F}" type="presOf" srcId="{D8B67423-8628-4F5A-8556-D02446D76B0A}" destId="{E8B5A7EF-ADC3-4EA5-B815-BEA46752EEBD}" srcOrd="0" destOrd="0" presId="urn:microsoft.com/office/officeart/2005/8/layout/process1"/>
    <dgm:cxn modelId="{D0FC9DCD-1EBE-44C3-BECC-031E84B924AF}" srcId="{D8B67423-8628-4F5A-8556-D02446D76B0A}" destId="{9E1516A6-FC3E-4827-BA33-99A684B94EBB}" srcOrd="1" destOrd="0" parTransId="{08E66563-2FBE-404F-9188-85361B6F61D8}" sibTransId="{555688AB-E584-406F-8E0A-E9C02886B04D}"/>
    <dgm:cxn modelId="{899585D8-D920-4DD9-BFA0-294C386DE7EB}" srcId="{D8B67423-8628-4F5A-8556-D02446D76B0A}" destId="{02B5F949-9026-452B-9B76-A44AE909CA59}" srcOrd="2" destOrd="0" parTransId="{92C0A1F9-87C3-4832-A5E8-6845BDE241C5}" sibTransId="{7BE8156E-F39C-4726-820E-89AD6C6AF82A}"/>
    <dgm:cxn modelId="{BBAEB0DB-98E3-4DFC-B66D-6C5A0DCD3E20}" type="presOf" srcId="{555688AB-E584-406F-8E0A-E9C02886B04D}" destId="{C6D10DD4-AEF0-4472-B163-3A6F642094AC}" srcOrd="0" destOrd="0" presId="urn:microsoft.com/office/officeart/2005/8/layout/process1"/>
    <dgm:cxn modelId="{40FEFADB-7E17-42D4-A02A-B95E37187135}" type="presOf" srcId="{8B46BC6A-9184-42B0-864A-6B8E99C94B5C}" destId="{66530967-ED70-4836-B5DA-8C6A302C074D}" srcOrd="0" destOrd="0" presId="urn:microsoft.com/office/officeart/2005/8/layout/process1"/>
    <dgm:cxn modelId="{D2DB4DE3-38D7-4A0C-9587-685F2932AAFA}" type="presOf" srcId="{7BE8156E-F39C-4726-820E-89AD6C6AF82A}" destId="{B86157B9-3D2B-4143-AF63-0B6521C73C38}" srcOrd="1" destOrd="0" presId="urn:microsoft.com/office/officeart/2005/8/layout/process1"/>
    <dgm:cxn modelId="{B0D38EE3-F9E0-4AD4-8C22-85ABC8B1A3B9}" srcId="{D8B67423-8628-4F5A-8556-D02446D76B0A}" destId="{64A191BF-BD60-4F2E-A5BA-CCC3538B80CB}" srcOrd="0" destOrd="0" parTransId="{C709081D-6564-4071-B6F5-6CE60FA9F42D}" sibTransId="{8B46BC6A-9184-42B0-864A-6B8E99C94B5C}"/>
    <dgm:cxn modelId="{CD4E35E4-1161-4F2C-8BC7-060410CB9EF4}" type="presOf" srcId="{8B46BC6A-9184-42B0-864A-6B8E99C94B5C}" destId="{86DA55C7-3F14-40A6-B197-DB909BAB49CF}" srcOrd="1" destOrd="0" presId="urn:microsoft.com/office/officeart/2005/8/layout/process1"/>
    <dgm:cxn modelId="{10475EE6-D996-4D54-8B61-29B4A0B8F8CC}" type="presOf" srcId="{9E1516A6-FC3E-4827-BA33-99A684B94EBB}" destId="{F2E4ED24-05FE-433F-8235-C11BD6E75CD2}" srcOrd="0" destOrd="0" presId="urn:microsoft.com/office/officeart/2005/8/layout/process1"/>
    <dgm:cxn modelId="{D1B4B4F0-0CC3-4651-BB65-2A746D2369C2}" type="presOf" srcId="{A04AF1AA-F91B-43E6-8EDD-88BCF65FECEA}" destId="{19232D9A-8564-43C4-84FD-E749275185DF}" srcOrd="0" destOrd="0" presId="urn:microsoft.com/office/officeart/2005/8/layout/process1"/>
    <dgm:cxn modelId="{E4BEC0FC-7592-4091-A852-3479A55B6CF8}" type="presOf" srcId="{64A191BF-BD60-4F2E-A5BA-CCC3538B80CB}" destId="{D08DE83D-897E-4261-9BC2-638304CCE946}" srcOrd="0" destOrd="0" presId="urn:microsoft.com/office/officeart/2005/8/layout/process1"/>
    <dgm:cxn modelId="{834478EB-ABB6-4624-AC44-9A021BCEF527}" type="presParOf" srcId="{E8B5A7EF-ADC3-4EA5-B815-BEA46752EEBD}" destId="{D08DE83D-897E-4261-9BC2-638304CCE946}" srcOrd="0" destOrd="0" presId="urn:microsoft.com/office/officeart/2005/8/layout/process1"/>
    <dgm:cxn modelId="{6B1A455C-36E0-4A18-AE0C-38A888622F78}" type="presParOf" srcId="{E8B5A7EF-ADC3-4EA5-B815-BEA46752EEBD}" destId="{66530967-ED70-4836-B5DA-8C6A302C074D}" srcOrd="1" destOrd="0" presId="urn:microsoft.com/office/officeart/2005/8/layout/process1"/>
    <dgm:cxn modelId="{AF0397B9-F36F-4185-ACFC-05C53D19D5D5}" type="presParOf" srcId="{66530967-ED70-4836-B5DA-8C6A302C074D}" destId="{86DA55C7-3F14-40A6-B197-DB909BAB49CF}" srcOrd="0" destOrd="0" presId="urn:microsoft.com/office/officeart/2005/8/layout/process1"/>
    <dgm:cxn modelId="{293D9C8A-833D-4AB6-BFFE-466894614E73}" type="presParOf" srcId="{E8B5A7EF-ADC3-4EA5-B815-BEA46752EEBD}" destId="{F2E4ED24-05FE-433F-8235-C11BD6E75CD2}" srcOrd="2" destOrd="0" presId="urn:microsoft.com/office/officeart/2005/8/layout/process1"/>
    <dgm:cxn modelId="{4067DDF3-4DCC-4E6F-AF2D-12CECD9940A2}" type="presParOf" srcId="{E8B5A7EF-ADC3-4EA5-B815-BEA46752EEBD}" destId="{C6D10DD4-AEF0-4472-B163-3A6F642094AC}" srcOrd="3" destOrd="0" presId="urn:microsoft.com/office/officeart/2005/8/layout/process1"/>
    <dgm:cxn modelId="{CF6CBF1E-37D8-425F-BC56-C0BED5F75209}" type="presParOf" srcId="{C6D10DD4-AEF0-4472-B163-3A6F642094AC}" destId="{04718405-6073-430E-A898-6F0833110837}" srcOrd="0" destOrd="0" presId="urn:microsoft.com/office/officeart/2005/8/layout/process1"/>
    <dgm:cxn modelId="{C2162213-ADBF-41FC-9A06-E89E25C424B3}" type="presParOf" srcId="{E8B5A7EF-ADC3-4EA5-B815-BEA46752EEBD}" destId="{8D94CDE6-AEB3-4B82-A4B8-82D213784128}" srcOrd="4" destOrd="0" presId="urn:microsoft.com/office/officeart/2005/8/layout/process1"/>
    <dgm:cxn modelId="{66595672-1BBC-4BF0-AF78-92308A72B40E}" type="presParOf" srcId="{E8B5A7EF-ADC3-4EA5-B815-BEA46752EEBD}" destId="{5158540E-EED5-4690-A132-BC6BA7D1C42B}" srcOrd="5" destOrd="0" presId="urn:microsoft.com/office/officeart/2005/8/layout/process1"/>
    <dgm:cxn modelId="{0790D3BD-D95A-4E42-99F1-7E3E6D989078}" type="presParOf" srcId="{5158540E-EED5-4690-A132-BC6BA7D1C42B}" destId="{B86157B9-3D2B-4143-AF63-0B6521C73C38}" srcOrd="0" destOrd="0" presId="urn:microsoft.com/office/officeart/2005/8/layout/process1"/>
    <dgm:cxn modelId="{478B6504-EBEB-431A-B302-F30A9C788D4E}" type="presParOf" srcId="{E8B5A7EF-ADC3-4EA5-B815-BEA46752EEBD}" destId="{19232D9A-8564-43C4-84FD-E749275185DF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417E88D-15B8-4C8D-97E7-11070E0407F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905F6F1-6DCA-4881-A5A8-488644E579B8}">
      <dgm:prSet/>
      <dgm:spPr/>
      <dgm:t>
        <a:bodyPr/>
        <a:lstStyle/>
        <a:p>
          <a:r>
            <a:rPr lang="en-US" b="0" i="0" baseline="0"/>
            <a:t>Predictable and fair schedules</a:t>
          </a:r>
          <a:endParaRPr lang="en-US"/>
        </a:p>
      </dgm:t>
    </dgm:pt>
    <dgm:pt modelId="{1B33907F-6547-4F45-BB9F-2FA583AD4330}" type="parTrans" cxnId="{4411955C-B17A-4C94-B9F1-006B8608658C}">
      <dgm:prSet/>
      <dgm:spPr/>
      <dgm:t>
        <a:bodyPr/>
        <a:lstStyle/>
        <a:p>
          <a:endParaRPr lang="en-US"/>
        </a:p>
      </dgm:t>
    </dgm:pt>
    <dgm:pt modelId="{3365ECC2-31B5-4684-9881-FF379E7161C9}" type="sibTrans" cxnId="{4411955C-B17A-4C94-B9F1-006B8608658C}">
      <dgm:prSet/>
      <dgm:spPr/>
      <dgm:t>
        <a:bodyPr/>
        <a:lstStyle/>
        <a:p>
          <a:endParaRPr lang="en-US"/>
        </a:p>
      </dgm:t>
    </dgm:pt>
    <dgm:pt modelId="{7D6A9C2B-77AF-4BF3-BF72-7AE2DA4A912B}">
      <dgm:prSet/>
      <dgm:spPr/>
      <dgm:t>
        <a:bodyPr/>
        <a:lstStyle/>
        <a:p>
          <a:r>
            <a:rPr lang="en-US" b="0" i="0" baseline="0"/>
            <a:t>Rotations that allow real recovery time</a:t>
          </a:r>
          <a:endParaRPr lang="en-US"/>
        </a:p>
      </dgm:t>
    </dgm:pt>
    <dgm:pt modelId="{B8E5164F-4A1C-48FB-8D54-BF8AA7A21026}" type="parTrans" cxnId="{20FD33E3-DDFF-4768-AA82-303DC43A2C94}">
      <dgm:prSet/>
      <dgm:spPr/>
      <dgm:t>
        <a:bodyPr/>
        <a:lstStyle/>
        <a:p>
          <a:endParaRPr lang="en-US"/>
        </a:p>
      </dgm:t>
    </dgm:pt>
    <dgm:pt modelId="{3475AFE4-D263-41E6-9F16-A017C711E47C}" type="sibTrans" cxnId="{20FD33E3-DDFF-4768-AA82-303DC43A2C94}">
      <dgm:prSet/>
      <dgm:spPr/>
      <dgm:t>
        <a:bodyPr/>
        <a:lstStyle/>
        <a:p>
          <a:endParaRPr lang="en-US"/>
        </a:p>
      </dgm:t>
    </dgm:pt>
    <dgm:pt modelId="{ED8A526B-F07B-4F79-89E1-CC1EBFFCFC63}">
      <dgm:prSet/>
      <dgm:spPr/>
      <dgm:t>
        <a:bodyPr/>
        <a:lstStyle/>
        <a:p>
          <a:r>
            <a:rPr lang="en-US" b="0" i="0" baseline="0"/>
            <a:t>Avoid long or unclear on call periods</a:t>
          </a:r>
          <a:endParaRPr lang="en-US"/>
        </a:p>
      </dgm:t>
    </dgm:pt>
    <dgm:pt modelId="{9321EE5E-F84B-42D8-B4B7-CEED09CFB38B}" type="parTrans" cxnId="{FFDF7DC1-DA7D-49D8-8653-10C9C9AD2201}">
      <dgm:prSet/>
      <dgm:spPr/>
      <dgm:t>
        <a:bodyPr/>
        <a:lstStyle/>
        <a:p>
          <a:endParaRPr lang="en-US"/>
        </a:p>
      </dgm:t>
    </dgm:pt>
    <dgm:pt modelId="{C532E311-6A47-4A9A-AF97-8E43F0656605}" type="sibTrans" cxnId="{FFDF7DC1-DA7D-49D8-8653-10C9C9AD2201}">
      <dgm:prSet/>
      <dgm:spPr/>
      <dgm:t>
        <a:bodyPr/>
        <a:lstStyle/>
        <a:p>
          <a:endParaRPr lang="en-US"/>
        </a:p>
      </dgm:t>
    </dgm:pt>
    <dgm:pt modelId="{3A8CA97B-4063-427B-9F3E-BA567FB86D47}">
      <dgm:prSet/>
      <dgm:spPr/>
      <dgm:t>
        <a:bodyPr/>
        <a:lstStyle/>
        <a:p>
          <a:r>
            <a:rPr lang="en-US" b="0" i="0" baseline="0"/>
            <a:t>Make schedules visible to the whole team</a:t>
          </a:r>
          <a:endParaRPr lang="en-US"/>
        </a:p>
      </dgm:t>
    </dgm:pt>
    <dgm:pt modelId="{143BA66A-F082-4E23-AA8E-28C66872973A}" type="parTrans" cxnId="{DBC5ECD2-DA05-46FE-87E9-A9267161D5BB}">
      <dgm:prSet/>
      <dgm:spPr/>
      <dgm:t>
        <a:bodyPr/>
        <a:lstStyle/>
        <a:p>
          <a:endParaRPr lang="en-US"/>
        </a:p>
      </dgm:t>
    </dgm:pt>
    <dgm:pt modelId="{252E7F73-770C-4344-B989-202ABB83D015}" type="sibTrans" cxnId="{DBC5ECD2-DA05-46FE-87E9-A9267161D5BB}">
      <dgm:prSet/>
      <dgm:spPr/>
      <dgm:t>
        <a:bodyPr/>
        <a:lstStyle/>
        <a:p>
          <a:endParaRPr lang="en-US"/>
        </a:p>
      </dgm:t>
    </dgm:pt>
    <dgm:pt modelId="{47142958-C277-40EB-A3AB-012BA4CF555A}" type="pres">
      <dgm:prSet presAssocID="{0417E88D-15B8-4C8D-97E7-11070E0407F8}" presName="root" presStyleCnt="0">
        <dgm:presLayoutVars>
          <dgm:dir/>
          <dgm:resizeHandles val="exact"/>
        </dgm:presLayoutVars>
      </dgm:prSet>
      <dgm:spPr/>
    </dgm:pt>
    <dgm:pt modelId="{6FBCD001-B99A-4228-9108-21BBABDBCF3A}" type="pres">
      <dgm:prSet presAssocID="{B905F6F1-6DCA-4881-A5A8-488644E579B8}" presName="compNode" presStyleCnt="0"/>
      <dgm:spPr/>
    </dgm:pt>
    <dgm:pt modelId="{9F910981-41BF-40B3-ACA3-7F82F1D9FF76}" type="pres">
      <dgm:prSet presAssocID="{B905F6F1-6DCA-4881-A5A8-488644E579B8}" presName="bgRect" presStyleLbl="bgShp" presStyleIdx="0" presStyleCnt="4"/>
      <dgm:spPr/>
    </dgm:pt>
    <dgm:pt modelId="{1F8C2E8D-E696-4858-B56B-425C07CDEC8F}" type="pres">
      <dgm:prSet presAssocID="{B905F6F1-6DCA-4881-A5A8-488644E579B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C713ECF5-9172-496E-A5E5-05A96CAC9E1C}" type="pres">
      <dgm:prSet presAssocID="{B905F6F1-6DCA-4881-A5A8-488644E579B8}" presName="spaceRect" presStyleCnt="0"/>
      <dgm:spPr/>
    </dgm:pt>
    <dgm:pt modelId="{CFC590CE-24F2-4550-A18F-93E2D6A2A936}" type="pres">
      <dgm:prSet presAssocID="{B905F6F1-6DCA-4881-A5A8-488644E579B8}" presName="parTx" presStyleLbl="revTx" presStyleIdx="0" presStyleCnt="4">
        <dgm:presLayoutVars>
          <dgm:chMax val="0"/>
          <dgm:chPref val="0"/>
        </dgm:presLayoutVars>
      </dgm:prSet>
      <dgm:spPr/>
    </dgm:pt>
    <dgm:pt modelId="{79DEFFAB-FDE7-40E0-B832-9D3042438D9F}" type="pres">
      <dgm:prSet presAssocID="{3365ECC2-31B5-4684-9881-FF379E7161C9}" presName="sibTrans" presStyleCnt="0"/>
      <dgm:spPr/>
    </dgm:pt>
    <dgm:pt modelId="{310EF8CD-FBD9-49B3-959D-9D728C6FDF42}" type="pres">
      <dgm:prSet presAssocID="{7D6A9C2B-77AF-4BF3-BF72-7AE2DA4A912B}" presName="compNode" presStyleCnt="0"/>
      <dgm:spPr/>
    </dgm:pt>
    <dgm:pt modelId="{76A3344A-F2C4-472F-9B0C-6319A1C4C55D}" type="pres">
      <dgm:prSet presAssocID="{7D6A9C2B-77AF-4BF3-BF72-7AE2DA4A912B}" presName="bgRect" presStyleLbl="bgShp" presStyleIdx="1" presStyleCnt="4"/>
      <dgm:spPr/>
    </dgm:pt>
    <dgm:pt modelId="{1A406966-2192-4D07-9CDA-2930AD0498B0}" type="pres">
      <dgm:prSet presAssocID="{7D6A9C2B-77AF-4BF3-BF72-7AE2DA4A912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ck"/>
        </a:ext>
      </dgm:extLst>
    </dgm:pt>
    <dgm:pt modelId="{41177156-BF44-46C4-A2D5-FA802D483134}" type="pres">
      <dgm:prSet presAssocID="{7D6A9C2B-77AF-4BF3-BF72-7AE2DA4A912B}" presName="spaceRect" presStyleCnt="0"/>
      <dgm:spPr/>
    </dgm:pt>
    <dgm:pt modelId="{C2E20BC4-D43F-453C-BFF5-1FC90C7A197A}" type="pres">
      <dgm:prSet presAssocID="{7D6A9C2B-77AF-4BF3-BF72-7AE2DA4A912B}" presName="parTx" presStyleLbl="revTx" presStyleIdx="1" presStyleCnt="4">
        <dgm:presLayoutVars>
          <dgm:chMax val="0"/>
          <dgm:chPref val="0"/>
        </dgm:presLayoutVars>
      </dgm:prSet>
      <dgm:spPr/>
    </dgm:pt>
    <dgm:pt modelId="{24E6F6D5-11F4-471A-8D59-F299015D4FAF}" type="pres">
      <dgm:prSet presAssocID="{3475AFE4-D263-41E6-9F16-A017C711E47C}" presName="sibTrans" presStyleCnt="0"/>
      <dgm:spPr/>
    </dgm:pt>
    <dgm:pt modelId="{7A66D2AF-2BC0-4680-96FD-1547FCFCDB07}" type="pres">
      <dgm:prSet presAssocID="{ED8A526B-F07B-4F79-89E1-CC1EBFFCFC63}" presName="compNode" presStyleCnt="0"/>
      <dgm:spPr/>
    </dgm:pt>
    <dgm:pt modelId="{48927EE9-C0FD-40AD-8CCF-D4278BD74218}" type="pres">
      <dgm:prSet presAssocID="{ED8A526B-F07B-4F79-89E1-CC1EBFFCFC63}" presName="bgRect" presStyleLbl="bgShp" presStyleIdx="2" presStyleCnt="4"/>
      <dgm:spPr/>
    </dgm:pt>
    <dgm:pt modelId="{FDB23CA0-CD95-47AD-9E72-E300F674E7B9}" type="pres">
      <dgm:prSet presAssocID="{ED8A526B-F07B-4F79-89E1-CC1EBFFCFC6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07787494-ED79-436B-B60A-65D4502C9EB6}" type="pres">
      <dgm:prSet presAssocID="{ED8A526B-F07B-4F79-89E1-CC1EBFFCFC63}" presName="spaceRect" presStyleCnt="0"/>
      <dgm:spPr/>
    </dgm:pt>
    <dgm:pt modelId="{DAED8852-78B4-4872-9A71-5E398409614D}" type="pres">
      <dgm:prSet presAssocID="{ED8A526B-F07B-4F79-89E1-CC1EBFFCFC63}" presName="parTx" presStyleLbl="revTx" presStyleIdx="2" presStyleCnt="4">
        <dgm:presLayoutVars>
          <dgm:chMax val="0"/>
          <dgm:chPref val="0"/>
        </dgm:presLayoutVars>
      </dgm:prSet>
      <dgm:spPr/>
    </dgm:pt>
    <dgm:pt modelId="{FF0CCD2F-A1A3-4E5D-800E-2276EF994409}" type="pres">
      <dgm:prSet presAssocID="{C532E311-6A47-4A9A-AF97-8E43F0656605}" presName="sibTrans" presStyleCnt="0"/>
      <dgm:spPr/>
    </dgm:pt>
    <dgm:pt modelId="{A52C50CC-F711-4955-A079-B48A858B08C0}" type="pres">
      <dgm:prSet presAssocID="{3A8CA97B-4063-427B-9F3E-BA567FB86D47}" presName="compNode" presStyleCnt="0"/>
      <dgm:spPr/>
    </dgm:pt>
    <dgm:pt modelId="{7B8E66E0-3D3D-4045-B683-20C30203F1F8}" type="pres">
      <dgm:prSet presAssocID="{3A8CA97B-4063-427B-9F3E-BA567FB86D47}" presName="bgRect" presStyleLbl="bgShp" presStyleIdx="3" presStyleCnt="4"/>
      <dgm:spPr/>
    </dgm:pt>
    <dgm:pt modelId="{2E47C907-0151-4DB0-9620-6D2BA84EC01C}" type="pres">
      <dgm:prSet presAssocID="{3A8CA97B-4063-427B-9F3E-BA567FB86D4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E02A51D8-51BD-4DDB-8FD6-58E4D7D73401}" type="pres">
      <dgm:prSet presAssocID="{3A8CA97B-4063-427B-9F3E-BA567FB86D47}" presName="spaceRect" presStyleCnt="0"/>
      <dgm:spPr/>
    </dgm:pt>
    <dgm:pt modelId="{2E8D8E68-44D7-43B7-B748-42D2F59AA319}" type="pres">
      <dgm:prSet presAssocID="{3A8CA97B-4063-427B-9F3E-BA567FB86D47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35CD8D01-3848-483B-9FD9-9132771671B3}" type="presOf" srcId="{ED8A526B-F07B-4F79-89E1-CC1EBFFCFC63}" destId="{DAED8852-78B4-4872-9A71-5E398409614D}" srcOrd="0" destOrd="0" presId="urn:microsoft.com/office/officeart/2018/2/layout/IconVerticalSolidList"/>
    <dgm:cxn modelId="{4411955C-B17A-4C94-B9F1-006B8608658C}" srcId="{0417E88D-15B8-4C8D-97E7-11070E0407F8}" destId="{B905F6F1-6DCA-4881-A5A8-488644E579B8}" srcOrd="0" destOrd="0" parTransId="{1B33907F-6547-4F45-BB9F-2FA583AD4330}" sibTransId="{3365ECC2-31B5-4684-9881-FF379E7161C9}"/>
    <dgm:cxn modelId="{AFC7EF6D-9F8E-421E-9BCD-C4B6CC24B29F}" type="presOf" srcId="{0417E88D-15B8-4C8D-97E7-11070E0407F8}" destId="{47142958-C277-40EB-A3AB-012BA4CF555A}" srcOrd="0" destOrd="0" presId="urn:microsoft.com/office/officeart/2018/2/layout/IconVerticalSolidList"/>
    <dgm:cxn modelId="{ACD8CE6F-90A6-4B14-B94F-9B2636B02A68}" type="presOf" srcId="{3A8CA97B-4063-427B-9F3E-BA567FB86D47}" destId="{2E8D8E68-44D7-43B7-B748-42D2F59AA319}" srcOrd="0" destOrd="0" presId="urn:microsoft.com/office/officeart/2018/2/layout/IconVerticalSolidList"/>
    <dgm:cxn modelId="{BCA1CB5A-FD28-4012-A796-920B643FAC8C}" type="presOf" srcId="{7D6A9C2B-77AF-4BF3-BF72-7AE2DA4A912B}" destId="{C2E20BC4-D43F-453C-BFF5-1FC90C7A197A}" srcOrd="0" destOrd="0" presId="urn:microsoft.com/office/officeart/2018/2/layout/IconVerticalSolidList"/>
    <dgm:cxn modelId="{FFDF7DC1-DA7D-49D8-8653-10C9C9AD2201}" srcId="{0417E88D-15B8-4C8D-97E7-11070E0407F8}" destId="{ED8A526B-F07B-4F79-89E1-CC1EBFFCFC63}" srcOrd="2" destOrd="0" parTransId="{9321EE5E-F84B-42D8-B4B7-CEED09CFB38B}" sibTransId="{C532E311-6A47-4A9A-AF97-8E43F0656605}"/>
    <dgm:cxn modelId="{DBC5ECD2-DA05-46FE-87E9-A9267161D5BB}" srcId="{0417E88D-15B8-4C8D-97E7-11070E0407F8}" destId="{3A8CA97B-4063-427B-9F3E-BA567FB86D47}" srcOrd="3" destOrd="0" parTransId="{143BA66A-F082-4E23-AA8E-28C66872973A}" sibTransId="{252E7F73-770C-4344-B989-202ABB83D015}"/>
    <dgm:cxn modelId="{F39032DE-7C12-4F63-AA51-A35FE2932309}" type="presOf" srcId="{B905F6F1-6DCA-4881-A5A8-488644E579B8}" destId="{CFC590CE-24F2-4550-A18F-93E2D6A2A936}" srcOrd="0" destOrd="0" presId="urn:microsoft.com/office/officeart/2018/2/layout/IconVerticalSolidList"/>
    <dgm:cxn modelId="{20FD33E3-DDFF-4768-AA82-303DC43A2C94}" srcId="{0417E88D-15B8-4C8D-97E7-11070E0407F8}" destId="{7D6A9C2B-77AF-4BF3-BF72-7AE2DA4A912B}" srcOrd="1" destOrd="0" parTransId="{B8E5164F-4A1C-48FB-8D54-BF8AA7A21026}" sibTransId="{3475AFE4-D263-41E6-9F16-A017C711E47C}"/>
    <dgm:cxn modelId="{685814ED-B123-42A7-B705-2659A2DA1C18}" type="presParOf" srcId="{47142958-C277-40EB-A3AB-012BA4CF555A}" destId="{6FBCD001-B99A-4228-9108-21BBABDBCF3A}" srcOrd="0" destOrd="0" presId="urn:microsoft.com/office/officeart/2018/2/layout/IconVerticalSolidList"/>
    <dgm:cxn modelId="{1A45C955-FDDF-4132-A7D1-D9FAEEBD4EAD}" type="presParOf" srcId="{6FBCD001-B99A-4228-9108-21BBABDBCF3A}" destId="{9F910981-41BF-40B3-ACA3-7F82F1D9FF76}" srcOrd="0" destOrd="0" presId="urn:microsoft.com/office/officeart/2018/2/layout/IconVerticalSolidList"/>
    <dgm:cxn modelId="{76452017-C746-47F0-A8F0-316F3D7F25EF}" type="presParOf" srcId="{6FBCD001-B99A-4228-9108-21BBABDBCF3A}" destId="{1F8C2E8D-E696-4858-B56B-425C07CDEC8F}" srcOrd="1" destOrd="0" presId="urn:microsoft.com/office/officeart/2018/2/layout/IconVerticalSolidList"/>
    <dgm:cxn modelId="{F93AF9AC-8E9E-429A-AF66-66526283C03E}" type="presParOf" srcId="{6FBCD001-B99A-4228-9108-21BBABDBCF3A}" destId="{C713ECF5-9172-496E-A5E5-05A96CAC9E1C}" srcOrd="2" destOrd="0" presId="urn:microsoft.com/office/officeart/2018/2/layout/IconVerticalSolidList"/>
    <dgm:cxn modelId="{08F664A4-AE89-43E6-AA57-790C5C9E2E2A}" type="presParOf" srcId="{6FBCD001-B99A-4228-9108-21BBABDBCF3A}" destId="{CFC590CE-24F2-4550-A18F-93E2D6A2A936}" srcOrd="3" destOrd="0" presId="urn:microsoft.com/office/officeart/2018/2/layout/IconVerticalSolidList"/>
    <dgm:cxn modelId="{7E9E542B-2950-4136-AB9E-C515E36F1098}" type="presParOf" srcId="{47142958-C277-40EB-A3AB-012BA4CF555A}" destId="{79DEFFAB-FDE7-40E0-B832-9D3042438D9F}" srcOrd="1" destOrd="0" presId="urn:microsoft.com/office/officeart/2018/2/layout/IconVerticalSolidList"/>
    <dgm:cxn modelId="{6573E303-1180-454E-ADF3-FB79AB1F1922}" type="presParOf" srcId="{47142958-C277-40EB-A3AB-012BA4CF555A}" destId="{310EF8CD-FBD9-49B3-959D-9D728C6FDF42}" srcOrd="2" destOrd="0" presId="urn:microsoft.com/office/officeart/2018/2/layout/IconVerticalSolidList"/>
    <dgm:cxn modelId="{A5828442-EE66-4CCD-879B-9B9C8E5C2442}" type="presParOf" srcId="{310EF8CD-FBD9-49B3-959D-9D728C6FDF42}" destId="{76A3344A-F2C4-472F-9B0C-6319A1C4C55D}" srcOrd="0" destOrd="0" presId="urn:microsoft.com/office/officeart/2018/2/layout/IconVerticalSolidList"/>
    <dgm:cxn modelId="{D0120091-583D-4720-B7DD-0A3ADB1689E7}" type="presParOf" srcId="{310EF8CD-FBD9-49B3-959D-9D728C6FDF42}" destId="{1A406966-2192-4D07-9CDA-2930AD0498B0}" srcOrd="1" destOrd="0" presId="urn:microsoft.com/office/officeart/2018/2/layout/IconVerticalSolidList"/>
    <dgm:cxn modelId="{89718EF0-0F94-43A1-9EA1-8D5449CC3467}" type="presParOf" srcId="{310EF8CD-FBD9-49B3-959D-9D728C6FDF42}" destId="{41177156-BF44-46C4-A2D5-FA802D483134}" srcOrd="2" destOrd="0" presId="urn:microsoft.com/office/officeart/2018/2/layout/IconVerticalSolidList"/>
    <dgm:cxn modelId="{88925991-1A1F-4E64-8F7D-3861CDEE6086}" type="presParOf" srcId="{310EF8CD-FBD9-49B3-959D-9D728C6FDF42}" destId="{C2E20BC4-D43F-453C-BFF5-1FC90C7A197A}" srcOrd="3" destOrd="0" presId="urn:microsoft.com/office/officeart/2018/2/layout/IconVerticalSolidList"/>
    <dgm:cxn modelId="{F01429A1-A231-43C4-B932-9092ABBC18A3}" type="presParOf" srcId="{47142958-C277-40EB-A3AB-012BA4CF555A}" destId="{24E6F6D5-11F4-471A-8D59-F299015D4FAF}" srcOrd="3" destOrd="0" presId="urn:microsoft.com/office/officeart/2018/2/layout/IconVerticalSolidList"/>
    <dgm:cxn modelId="{B7FA2A54-CB3F-4DE0-BDBB-25D62C5B1901}" type="presParOf" srcId="{47142958-C277-40EB-A3AB-012BA4CF555A}" destId="{7A66D2AF-2BC0-4680-96FD-1547FCFCDB07}" srcOrd="4" destOrd="0" presId="urn:microsoft.com/office/officeart/2018/2/layout/IconVerticalSolidList"/>
    <dgm:cxn modelId="{CA017F93-FC2F-4038-BFE8-951EA9265747}" type="presParOf" srcId="{7A66D2AF-2BC0-4680-96FD-1547FCFCDB07}" destId="{48927EE9-C0FD-40AD-8CCF-D4278BD74218}" srcOrd="0" destOrd="0" presId="urn:microsoft.com/office/officeart/2018/2/layout/IconVerticalSolidList"/>
    <dgm:cxn modelId="{ADB3B6F5-3427-4A9E-98DE-CD7978F25E14}" type="presParOf" srcId="{7A66D2AF-2BC0-4680-96FD-1547FCFCDB07}" destId="{FDB23CA0-CD95-47AD-9E72-E300F674E7B9}" srcOrd="1" destOrd="0" presId="urn:microsoft.com/office/officeart/2018/2/layout/IconVerticalSolidList"/>
    <dgm:cxn modelId="{E01BC545-35DD-4584-9F4C-92665D486E95}" type="presParOf" srcId="{7A66D2AF-2BC0-4680-96FD-1547FCFCDB07}" destId="{07787494-ED79-436B-B60A-65D4502C9EB6}" srcOrd="2" destOrd="0" presId="urn:microsoft.com/office/officeart/2018/2/layout/IconVerticalSolidList"/>
    <dgm:cxn modelId="{92BD6DB7-7467-4BB1-85FE-4CBAA0718027}" type="presParOf" srcId="{7A66D2AF-2BC0-4680-96FD-1547FCFCDB07}" destId="{DAED8852-78B4-4872-9A71-5E398409614D}" srcOrd="3" destOrd="0" presId="urn:microsoft.com/office/officeart/2018/2/layout/IconVerticalSolidList"/>
    <dgm:cxn modelId="{2D5D4C8C-FDA7-4E4B-832F-3506C7245342}" type="presParOf" srcId="{47142958-C277-40EB-A3AB-012BA4CF555A}" destId="{FF0CCD2F-A1A3-4E5D-800E-2276EF994409}" srcOrd="5" destOrd="0" presId="urn:microsoft.com/office/officeart/2018/2/layout/IconVerticalSolidList"/>
    <dgm:cxn modelId="{F99713D3-DA5B-4D3F-BDEE-5BB6D72264B5}" type="presParOf" srcId="{47142958-C277-40EB-A3AB-012BA4CF555A}" destId="{A52C50CC-F711-4955-A079-B48A858B08C0}" srcOrd="6" destOrd="0" presId="urn:microsoft.com/office/officeart/2018/2/layout/IconVerticalSolidList"/>
    <dgm:cxn modelId="{7405C431-3ACA-4AB9-BD58-1516A1DC0210}" type="presParOf" srcId="{A52C50CC-F711-4955-A079-B48A858B08C0}" destId="{7B8E66E0-3D3D-4045-B683-20C30203F1F8}" srcOrd="0" destOrd="0" presId="urn:microsoft.com/office/officeart/2018/2/layout/IconVerticalSolidList"/>
    <dgm:cxn modelId="{B43D0788-C92B-4759-A7CE-E6139D5C1B20}" type="presParOf" srcId="{A52C50CC-F711-4955-A079-B48A858B08C0}" destId="{2E47C907-0151-4DB0-9620-6D2BA84EC01C}" srcOrd="1" destOrd="0" presId="urn:microsoft.com/office/officeart/2018/2/layout/IconVerticalSolidList"/>
    <dgm:cxn modelId="{39CB9987-87AD-43D3-A141-48A2CBA954EB}" type="presParOf" srcId="{A52C50CC-F711-4955-A079-B48A858B08C0}" destId="{E02A51D8-51BD-4DDB-8FD6-58E4D7D73401}" srcOrd="2" destOrd="0" presId="urn:microsoft.com/office/officeart/2018/2/layout/IconVerticalSolidList"/>
    <dgm:cxn modelId="{C8E17B9E-7CEE-4833-920B-C900CCB6EBD0}" type="presParOf" srcId="{A52C50CC-F711-4955-A079-B48A858B08C0}" destId="{2E8D8E68-44D7-43B7-B748-42D2F59AA31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7E0FA7C-9A60-4560-84C9-B0A3CA680E6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14974FA-D259-4A14-8249-DBCB5DB91A33}">
      <dgm:prSet/>
      <dgm:spPr/>
      <dgm:t>
        <a:bodyPr/>
        <a:lstStyle/>
        <a:p>
          <a:r>
            <a:rPr lang="en-US" b="0" i="0" baseline="0"/>
            <a:t>Only page for actionable and urgent issues</a:t>
          </a:r>
          <a:endParaRPr lang="en-US"/>
        </a:p>
      </dgm:t>
    </dgm:pt>
    <dgm:pt modelId="{CB582BF7-9FAB-4D24-BE04-7EF942A419CC}" type="parTrans" cxnId="{9B18E6E2-0673-46C3-B1F5-EBFD79096C53}">
      <dgm:prSet/>
      <dgm:spPr/>
      <dgm:t>
        <a:bodyPr/>
        <a:lstStyle/>
        <a:p>
          <a:endParaRPr lang="en-US"/>
        </a:p>
      </dgm:t>
    </dgm:pt>
    <dgm:pt modelId="{273601B4-3188-412E-89BE-E9137B1EA897}" type="sibTrans" cxnId="{9B18E6E2-0673-46C3-B1F5-EBFD79096C53}">
      <dgm:prSet/>
      <dgm:spPr/>
      <dgm:t>
        <a:bodyPr/>
        <a:lstStyle/>
        <a:p>
          <a:endParaRPr lang="en-US"/>
        </a:p>
      </dgm:t>
    </dgm:pt>
    <dgm:pt modelId="{DF43CFD5-DE5C-4A65-A057-F9E3A41D8A60}">
      <dgm:prSet/>
      <dgm:spPr/>
      <dgm:t>
        <a:bodyPr/>
        <a:lstStyle/>
        <a:p>
          <a:r>
            <a:rPr lang="en-US" b="0" i="0" baseline="0"/>
            <a:t>Reduce noisy or low value alerts</a:t>
          </a:r>
          <a:endParaRPr lang="en-US"/>
        </a:p>
      </dgm:t>
    </dgm:pt>
    <dgm:pt modelId="{00971A84-D75A-4F81-B393-5E7F4D246B0E}" type="parTrans" cxnId="{F29A1FDB-86BF-4A3D-BB6A-F429ACDDE6A2}">
      <dgm:prSet/>
      <dgm:spPr/>
      <dgm:t>
        <a:bodyPr/>
        <a:lstStyle/>
        <a:p>
          <a:endParaRPr lang="en-US"/>
        </a:p>
      </dgm:t>
    </dgm:pt>
    <dgm:pt modelId="{44CF069B-EA84-4382-ACAC-C6EC63D830DE}" type="sibTrans" cxnId="{F29A1FDB-86BF-4A3D-BB6A-F429ACDDE6A2}">
      <dgm:prSet/>
      <dgm:spPr/>
      <dgm:t>
        <a:bodyPr/>
        <a:lstStyle/>
        <a:p>
          <a:endParaRPr lang="en-US"/>
        </a:p>
      </dgm:t>
    </dgm:pt>
    <dgm:pt modelId="{0E5E06A2-8FFC-4679-8E25-55D637FE1CB6}">
      <dgm:prSet/>
      <dgm:spPr/>
      <dgm:t>
        <a:bodyPr/>
        <a:lstStyle/>
        <a:p>
          <a:r>
            <a:rPr lang="en-US" b="0" i="0" baseline="0"/>
            <a:t>Tune thresholds over time</a:t>
          </a:r>
          <a:endParaRPr lang="en-US"/>
        </a:p>
      </dgm:t>
    </dgm:pt>
    <dgm:pt modelId="{C429B7B9-2519-40FB-840D-CDF94214535D}" type="parTrans" cxnId="{6D713EF7-5F09-4806-85FA-7A33335EE72E}">
      <dgm:prSet/>
      <dgm:spPr/>
      <dgm:t>
        <a:bodyPr/>
        <a:lstStyle/>
        <a:p>
          <a:endParaRPr lang="en-US"/>
        </a:p>
      </dgm:t>
    </dgm:pt>
    <dgm:pt modelId="{1C470DCE-89AC-4300-9B6A-AD597073D5E6}" type="sibTrans" cxnId="{6D713EF7-5F09-4806-85FA-7A33335EE72E}">
      <dgm:prSet/>
      <dgm:spPr/>
      <dgm:t>
        <a:bodyPr/>
        <a:lstStyle/>
        <a:p>
          <a:endParaRPr lang="en-US"/>
        </a:p>
      </dgm:t>
    </dgm:pt>
    <dgm:pt modelId="{CCF0CBBC-0F43-44B8-A51E-6188E751C360}">
      <dgm:prSet/>
      <dgm:spPr/>
      <dgm:t>
        <a:bodyPr/>
        <a:lstStyle/>
        <a:p>
          <a:r>
            <a:rPr lang="en-US" b="0" i="0" baseline="0"/>
            <a:t>Treat alert volume as something to actively manage</a:t>
          </a:r>
          <a:endParaRPr lang="en-US"/>
        </a:p>
      </dgm:t>
    </dgm:pt>
    <dgm:pt modelId="{4ABAC06D-9792-4F59-941B-8EFA58C4896C}" type="parTrans" cxnId="{E04013DF-F3CE-4FAC-9F63-124DBA1B7EEB}">
      <dgm:prSet/>
      <dgm:spPr/>
      <dgm:t>
        <a:bodyPr/>
        <a:lstStyle/>
        <a:p>
          <a:endParaRPr lang="en-US"/>
        </a:p>
      </dgm:t>
    </dgm:pt>
    <dgm:pt modelId="{5BC7C3EB-3D25-4721-AB41-994FA7EDB24C}" type="sibTrans" cxnId="{E04013DF-F3CE-4FAC-9F63-124DBA1B7EEB}">
      <dgm:prSet/>
      <dgm:spPr/>
      <dgm:t>
        <a:bodyPr/>
        <a:lstStyle/>
        <a:p>
          <a:endParaRPr lang="en-US"/>
        </a:p>
      </dgm:t>
    </dgm:pt>
    <dgm:pt modelId="{442E6511-14FA-4CF6-92AC-3406A31744C5}" type="pres">
      <dgm:prSet presAssocID="{37E0FA7C-9A60-4560-84C9-B0A3CA680E6E}" presName="root" presStyleCnt="0">
        <dgm:presLayoutVars>
          <dgm:dir/>
          <dgm:resizeHandles val="exact"/>
        </dgm:presLayoutVars>
      </dgm:prSet>
      <dgm:spPr/>
    </dgm:pt>
    <dgm:pt modelId="{FF6784B5-A296-4A4E-B8BB-99B4B404D345}" type="pres">
      <dgm:prSet presAssocID="{B14974FA-D259-4A14-8249-DBCB5DB91A33}" presName="compNode" presStyleCnt="0"/>
      <dgm:spPr/>
    </dgm:pt>
    <dgm:pt modelId="{1470B677-130C-4ADB-A04C-0B310CC57C96}" type="pres">
      <dgm:prSet presAssocID="{B14974FA-D259-4A14-8249-DBCB5DB91A33}" presName="bgRect" presStyleLbl="bgShp" presStyleIdx="0" presStyleCnt="4"/>
      <dgm:spPr/>
    </dgm:pt>
    <dgm:pt modelId="{CBF75266-0EB7-41E2-9EF7-40DD3F5B8E93}" type="pres">
      <dgm:prSet presAssocID="{B14974FA-D259-4A14-8249-DBCB5DB91A3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B69C2D4B-EA26-4873-8C99-F6ACF223717A}" type="pres">
      <dgm:prSet presAssocID="{B14974FA-D259-4A14-8249-DBCB5DB91A33}" presName="spaceRect" presStyleCnt="0"/>
      <dgm:spPr/>
    </dgm:pt>
    <dgm:pt modelId="{9EDC86BA-A515-4AF9-9BA7-73E426E0DF67}" type="pres">
      <dgm:prSet presAssocID="{B14974FA-D259-4A14-8249-DBCB5DB91A33}" presName="parTx" presStyleLbl="revTx" presStyleIdx="0" presStyleCnt="4">
        <dgm:presLayoutVars>
          <dgm:chMax val="0"/>
          <dgm:chPref val="0"/>
        </dgm:presLayoutVars>
      </dgm:prSet>
      <dgm:spPr/>
    </dgm:pt>
    <dgm:pt modelId="{394B2A0B-B005-4751-B0C3-0D74FEF27426}" type="pres">
      <dgm:prSet presAssocID="{273601B4-3188-412E-89BE-E9137B1EA897}" presName="sibTrans" presStyleCnt="0"/>
      <dgm:spPr/>
    </dgm:pt>
    <dgm:pt modelId="{80D9C61F-974E-4BEA-BB84-F40919DBAE1B}" type="pres">
      <dgm:prSet presAssocID="{DF43CFD5-DE5C-4A65-A057-F9E3A41D8A60}" presName="compNode" presStyleCnt="0"/>
      <dgm:spPr/>
    </dgm:pt>
    <dgm:pt modelId="{53CB7B31-17B6-4B6B-A880-D3DA10FA7C6C}" type="pres">
      <dgm:prSet presAssocID="{DF43CFD5-DE5C-4A65-A057-F9E3A41D8A60}" presName="bgRect" presStyleLbl="bgShp" presStyleIdx="1" presStyleCnt="4"/>
      <dgm:spPr/>
    </dgm:pt>
    <dgm:pt modelId="{9EFE432E-52AB-42D3-8B81-8C5E820EFE44}" type="pres">
      <dgm:prSet presAssocID="{DF43CFD5-DE5C-4A65-A057-F9E3A41D8A6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olume"/>
        </a:ext>
      </dgm:extLst>
    </dgm:pt>
    <dgm:pt modelId="{2535688B-60DE-4E40-8784-A3E7CCA6E7A5}" type="pres">
      <dgm:prSet presAssocID="{DF43CFD5-DE5C-4A65-A057-F9E3A41D8A60}" presName="spaceRect" presStyleCnt="0"/>
      <dgm:spPr/>
    </dgm:pt>
    <dgm:pt modelId="{3D12CB15-D233-4A70-A5A4-CE69C2B3B9C4}" type="pres">
      <dgm:prSet presAssocID="{DF43CFD5-DE5C-4A65-A057-F9E3A41D8A60}" presName="parTx" presStyleLbl="revTx" presStyleIdx="1" presStyleCnt="4">
        <dgm:presLayoutVars>
          <dgm:chMax val="0"/>
          <dgm:chPref val="0"/>
        </dgm:presLayoutVars>
      </dgm:prSet>
      <dgm:spPr/>
    </dgm:pt>
    <dgm:pt modelId="{305A0F43-8DC7-4EED-ABCB-D4ADDF955D4A}" type="pres">
      <dgm:prSet presAssocID="{44CF069B-EA84-4382-ACAC-C6EC63D830DE}" presName="sibTrans" presStyleCnt="0"/>
      <dgm:spPr/>
    </dgm:pt>
    <dgm:pt modelId="{DE763442-DB3B-4FA9-8FE6-F3F89A95F51F}" type="pres">
      <dgm:prSet presAssocID="{0E5E06A2-8FFC-4679-8E25-55D637FE1CB6}" presName="compNode" presStyleCnt="0"/>
      <dgm:spPr/>
    </dgm:pt>
    <dgm:pt modelId="{6293AF92-46ED-458F-BB75-9C3C9967C672}" type="pres">
      <dgm:prSet presAssocID="{0E5E06A2-8FFC-4679-8E25-55D637FE1CB6}" presName="bgRect" presStyleLbl="bgShp" presStyleIdx="2" presStyleCnt="4"/>
      <dgm:spPr/>
    </dgm:pt>
    <dgm:pt modelId="{DEC4F29C-1441-40C0-9358-DCE3AA908A11}" type="pres">
      <dgm:prSet presAssocID="{0E5E06A2-8FFC-4679-8E25-55D637FE1CB6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usic"/>
        </a:ext>
      </dgm:extLst>
    </dgm:pt>
    <dgm:pt modelId="{C177F9D5-6C86-4267-BF67-DE2CCEA5F5F4}" type="pres">
      <dgm:prSet presAssocID="{0E5E06A2-8FFC-4679-8E25-55D637FE1CB6}" presName="spaceRect" presStyleCnt="0"/>
      <dgm:spPr/>
    </dgm:pt>
    <dgm:pt modelId="{ABC93177-DA19-4F30-B560-5E69BED06B2D}" type="pres">
      <dgm:prSet presAssocID="{0E5E06A2-8FFC-4679-8E25-55D637FE1CB6}" presName="parTx" presStyleLbl="revTx" presStyleIdx="2" presStyleCnt="4">
        <dgm:presLayoutVars>
          <dgm:chMax val="0"/>
          <dgm:chPref val="0"/>
        </dgm:presLayoutVars>
      </dgm:prSet>
      <dgm:spPr/>
    </dgm:pt>
    <dgm:pt modelId="{540AE3A7-5EBE-479A-B343-D9AFC67985CC}" type="pres">
      <dgm:prSet presAssocID="{1C470DCE-89AC-4300-9B6A-AD597073D5E6}" presName="sibTrans" presStyleCnt="0"/>
      <dgm:spPr/>
    </dgm:pt>
    <dgm:pt modelId="{D0C28C24-4D7C-42C1-B2C0-E52E4608348C}" type="pres">
      <dgm:prSet presAssocID="{CCF0CBBC-0F43-44B8-A51E-6188E751C360}" presName="compNode" presStyleCnt="0"/>
      <dgm:spPr/>
    </dgm:pt>
    <dgm:pt modelId="{3F75CD46-B51D-404D-9F77-02724083F417}" type="pres">
      <dgm:prSet presAssocID="{CCF0CBBC-0F43-44B8-A51E-6188E751C360}" presName="bgRect" presStyleLbl="bgShp" presStyleIdx="3" presStyleCnt="4"/>
      <dgm:spPr/>
    </dgm:pt>
    <dgm:pt modelId="{D9B33457-8D51-4AF7-B0A8-C5F2077DE8B3}" type="pres">
      <dgm:prSet presAssocID="{CCF0CBBC-0F43-44B8-A51E-6188E751C36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ell"/>
        </a:ext>
      </dgm:extLst>
    </dgm:pt>
    <dgm:pt modelId="{77547CE4-5BB9-4C5D-B797-71247D16783E}" type="pres">
      <dgm:prSet presAssocID="{CCF0CBBC-0F43-44B8-A51E-6188E751C360}" presName="spaceRect" presStyleCnt="0"/>
      <dgm:spPr/>
    </dgm:pt>
    <dgm:pt modelId="{98276872-2C95-4416-882A-1394257E4BB3}" type="pres">
      <dgm:prSet presAssocID="{CCF0CBBC-0F43-44B8-A51E-6188E751C360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6758432E-AEFC-4C28-B24B-F0AD9EBDC7F4}" type="presOf" srcId="{CCF0CBBC-0F43-44B8-A51E-6188E751C360}" destId="{98276872-2C95-4416-882A-1394257E4BB3}" srcOrd="0" destOrd="0" presId="urn:microsoft.com/office/officeart/2018/2/layout/IconVerticalSolidList"/>
    <dgm:cxn modelId="{695D0734-AA14-4C74-985E-8AD36AD1B1A9}" type="presOf" srcId="{B14974FA-D259-4A14-8249-DBCB5DB91A33}" destId="{9EDC86BA-A515-4AF9-9BA7-73E426E0DF67}" srcOrd="0" destOrd="0" presId="urn:microsoft.com/office/officeart/2018/2/layout/IconVerticalSolidList"/>
    <dgm:cxn modelId="{ECBC4A34-408B-4937-96C9-A25E582DBC61}" type="presOf" srcId="{DF43CFD5-DE5C-4A65-A057-F9E3A41D8A60}" destId="{3D12CB15-D233-4A70-A5A4-CE69C2B3B9C4}" srcOrd="0" destOrd="0" presId="urn:microsoft.com/office/officeart/2018/2/layout/IconVerticalSolidList"/>
    <dgm:cxn modelId="{72F8E1D6-7452-4BF7-9DDB-19E3DF15C1C2}" type="presOf" srcId="{0E5E06A2-8FFC-4679-8E25-55D637FE1CB6}" destId="{ABC93177-DA19-4F30-B560-5E69BED06B2D}" srcOrd="0" destOrd="0" presId="urn:microsoft.com/office/officeart/2018/2/layout/IconVerticalSolidList"/>
    <dgm:cxn modelId="{F29A1FDB-86BF-4A3D-BB6A-F429ACDDE6A2}" srcId="{37E0FA7C-9A60-4560-84C9-B0A3CA680E6E}" destId="{DF43CFD5-DE5C-4A65-A057-F9E3A41D8A60}" srcOrd="1" destOrd="0" parTransId="{00971A84-D75A-4F81-B393-5E7F4D246B0E}" sibTransId="{44CF069B-EA84-4382-ACAC-C6EC63D830DE}"/>
    <dgm:cxn modelId="{E04013DF-F3CE-4FAC-9F63-124DBA1B7EEB}" srcId="{37E0FA7C-9A60-4560-84C9-B0A3CA680E6E}" destId="{CCF0CBBC-0F43-44B8-A51E-6188E751C360}" srcOrd="3" destOrd="0" parTransId="{4ABAC06D-9792-4F59-941B-8EFA58C4896C}" sibTransId="{5BC7C3EB-3D25-4721-AB41-994FA7EDB24C}"/>
    <dgm:cxn modelId="{9B18E6E2-0673-46C3-B1F5-EBFD79096C53}" srcId="{37E0FA7C-9A60-4560-84C9-B0A3CA680E6E}" destId="{B14974FA-D259-4A14-8249-DBCB5DB91A33}" srcOrd="0" destOrd="0" parTransId="{CB582BF7-9FAB-4D24-BE04-7EF942A419CC}" sibTransId="{273601B4-3188-412E-89BE-E9137B1EA897}"/>
    <dgm:cxn modelId="{6D713EF7-5F09-4806-85FA-7A33335EE72E}" srcId="{37E0FA7C-9A60-4560-84C9-B0A3CA680E6E}" destId="{0E5E06A2-8FFC-4679-8E25-55D637FE1CB6}" srcOrd="2" destOrd="0" parTransId="{C429B7B9-2519-40FB-840D-CDF94214535D}" sibTransId="{1C470DCE-89AC-4300-9B6A-AD597073D5E6}"/>
    <dgm:cxn modelId="{83322AFA-C9F2-457E-AEA0-74C9AA2A2D02}" type="presOf" srcId="{37E0FA7C-9A60-4560-84C9-B0A3CA680E6E}" destId="{442E6511-14FA-4CF6-92AC-3406A31744C5}" srcOrd="0" destOrd="0" presId="urn:microsoft.com/office/officeart/2018/2/layout/IconVerticalSolidList"/>
    <dgm:cxn modelId="{3579592D-17EA-435D-B1F2-E8648EA7A230}" type="presParOf" srcId="{442E6511-14FA-4CF6-92AC-3406A31744C5}" destId="{FF6784B5-A296-4A4E-B8BB-99B4B404D345}" srcOrd="0" destOrd="0" presId="urn:microsoft.com/office/officeart/2018/2/layout/IconVerticalSolidList"/>
    <dgm:cxn modelId="{70ED568F-7498-4754-9D70-FFB126DC1299}" type="presParOf" srcId="{FF6784B5-A296-4A4E-B8BB-99B4B404D345}" destId="{1470B677-130C-4ADB-A04C-0B310CC57C96}" srcOrd="0" destOrd="0" presId="urn:microsoft.com/office/officeart/2018/2/layout/IconVerticalSolidList"/>
    <dgm:cxn modelId="{A3B9C714-1C95-4268-BFE5-295BAF21CEA5}" type="presParOf" srcId="{FF6784B5-A296-4A4E-B8BB-99B4B404D345}" destId="{CBF75266-0EB7-41E2-9EF7-40DD3F5B8E93}" srcOrd="1" destOrd="0" presId="urn:microsoft.com/office/officeart/2018/2/layout/IconVerticalSolidList"/>
    <dgm:cxn modelId="{E518FB07-7A72-4F0C-87F3-01A8BC62C593}" type="presParOf" srcId="{FF6784B5-A296-4A4E-B8BB-99B4B404D345}" destId="{B69C2D4B-EA26-4873-8C99-F6ACF223717A}" srcOrd="2" destOrd="0" presId="urn:microsoft.com/office/officeart/2018/2/layout/IconVerticalSolidList"/>
    <dgm:cxn modelId="{A104B341-4850-408B-A128-AAB9BFC42083}" type="presParOf" srcId="{FF6784B5-A296-4A4E-B8BB-99B4B404D345}" destId="{9EDC86BA-A515-4AF9-9BA7-73E426E0DF67}" srcOrd="3" destOrd="0" presId="urn:microsoft.com/office/officeart/2018/2/layout/IconVerticalSolidList"/>
    <dgm:cxn modelId="{F56D874E-2D6A-43E7-9F17-1C39B950DC86}" type="presParOf" srcId="{442E6511-14FA-4CF6-92AC-3406A31744C5}" destId="{394B2A0B-B005-4751-B0C3-0D74FEF27426}" srcOrd="1" destOrd="0" presId="urn:microsoft.com/office/officeart/2018/2/layout/IconVerticalSolidList"/>
    <dgm:cxn modelId="{78F99FFE-DC32-4421-9732-E21411EAB072}" type="presParOf" srcId="{442E6511-14FA-4CF6-92AC-3406A31744C5}" destId="{80D9C61F-974E-4BEA-BB84-F40919DBAE1B}" srcOrd="2" destOrd="0" presId="urn:microsoft.com/office/officeart/2018/2/layout/IconVerticalSolidList"/>
    <dgm:cxn modelId="{C4C10786-4898-49EF-ACF1-C9CFDCBC285B}" type="presParOf" srcId="{80D9C61F-974E-4BEA-BB84-F40919DBAE1B}" destId="{53CB7B31-17B6-4B6B-A880-D3DA10FA7C6C}" srcOrd="0" destOrd="0" presId="urn:microsoft.com/office/officeart/2018/2/layout/IconVerticalSolidList"/>
    <dgm:cxn modelId="{464AF046-5E82-47B5-AC92-36253059E11D}" type="presParOf" srcId="{80D9C61F-974E-4BEA-BB84-F40919DBAE1B}" destId="{9EFE432E-52AB-42D3-8B81-8C5E820EFE44}" srcOrd="1" destOrd="0" presId="urn:microsoft.com/office/officeart/2018/2/layout/IconVerticalSolidList"/>
    <dgm:cxn modelId="{08F9C8BE-BF9E-4A0D-933E-7013A5503788}" type="presParOf" srcId="{80D9C61F-974E-4BEA-BB84-F40919DBAE1B}" destId="{2535688B-60DE-4E40-8784-A3E7CCA6E7A5}" srcOrd="2" destOrd="0" presId="urn:microsoft.com/office/officeart/2018/2/layout/IconVerticalSolidList"/>
    <dgm:cxn modelId="{348E5C78-A482-4CB6-BF21-DA215D2A9BB5}" type="presParOf" srcId="{80D9C61F-974E-4BEA-BB84-F40919DBAE1B}" destId="{3D12CB15-D233-4A70-A5A4-CE69C2B3B9C4}" srcOrd="3" destOrd="0" presId="urn:microsoft.com/office/officeart/2018/2/layout/IconVerticalSolidList"/>
    <dgm:cxn modelId="{98E2D010-5FEE-4D17-B6B6-60440155CA7A}" type="presParOf" srcId="{442E6511-14FA-4CF6-92AC-3406A31744C5}" destId="{305A0F43-8DC7-4EED-ABCB-D4ADDF955D4A}" srcOrd="3" destOrd="0" presId="urn:microsoft.com/office/officeart/2018/2/layout/IconVerticalSolidList"/>
    <dgm:cxn modelId="{5BFE6E32-8854-4FC6-BF1F-C021FE87B806}" type="presParOf" srcId="{442E6511-14FA-4CF6-92AC-3406A31744C5}" destId="{DE763442-DB3B-4FA9-8FE6-F3F89A95F51F}" srcOrd="4" destOrd="0" presId="urn:microsoft.com/office/officeart/2018/2/layout/IconVerticalSolidList"/>
    <dgm:cxn modelId="{D403A44F-C6A1-4CD6-AA93-FE6960036A20}" type="presParOf" srcId="{DE763442-DB3B-4FA9-8FE6-F3F89A95F51F}" destId="{6293AF92-46ED-458F-BB75-9C3C9967C672}" srcOrd="0" destOrd="0" presId="urn:microsoft.com/office/officeart/2018/2/layout/IconVerticalSolidList"/>
    <dgm:cxn modelId="{400784BC-D3E4-44C1-B385-F296053ED5D0}" type="presParOf" srcId="{DE763442-DB3B-4FA9-8FE6-F3F89A95F51F}" destId="{DEC4F29C-1441-40C0-9358-DCE3AA908A11}" srcOrd="1" destOrd="0" presId="urn:microsoft.com/office/officeart/2018/2/layout/IconVerticalSolidList"/>
    <dgm:cxn modelId="{DF2AF094-2F08-4A82-94DD-653336FB6A2F}" type="presParOf" srcId="{DE763442-DB3B-4FA9-8FE6-F3F89A95F51F}" destId="{C177F9D5-6C86-4267-BF67-DE2CCEA5F5F4}" srcOrd="2" destOrd="0" presId="urn:microsoft.com/office/officeart/2018/2/layout/IconVerticalSolidList"/>
    <dgm:cxn modelId="{E4CD3FD7-06D3-496F-ADED-59CF93DB1BDF}" type="presParOf" srcId="{DE763442-DB3B-4FA9-8FE6-F3F89A95F51F}" destId="{ABC93177-DA19-4F30-B560-5E69BED06B2D}" srcOrd="3" destOrd="0" presId="urn:microsoft.com/office/officeart/2018/2/layout/IconVerticalSolidList"/>
    <dgm:cxn modelId="{B490DCBB-9FB5-4453-A6E9-F33B8AF42DC9}" type="presParOf" srcId="{442E6511-14FA-4CF6-92AC-3406A31744C5}" destId="{540AE3A7-5EBE-479A-B343-D9AFC67985CC}" srcOrd="5" destOrd="0" presId="urn:microsoft.com/office/officeart/2018/2/layout/IconVerticalSolidList"/>
    <dgm:cxn modelId="{7BD2D094-6E0A-4EC9-82B7-6FF6254DA64B}" type="presParOf" srcId="{442E6511-14FA-4CF6-92AC-3406A31744C5}" destId="{D0C28C24-4D7C-42C1-B2C0-E52E4608348C}" srcOrd="6" destOrd="0" presId="urn:microsoft.com/office/officeart/2018/2/layout/IconVerticalSolidList"/>
    <dgm:cxn modelId="{7F61445A-0F7C-451A-B14E-B5BEBE64B623}" type="presParOf" srcId="{D0C28C24-4D7C-42C1-B2C0-E52E4608348C}" destId="{3F75CD46-B51D-404D-9F77-02724083F417}" srcOrd="0" destOrd="0" presId="urn:microsoft.com/office/officeart/2018/2/layout/IconVerticalSolidList"/>
    <dgm:cxn modelId="{508CD132-611E-43F8-AB7D-3257F9484FAD}" type="presParOf" srcId="{D0C28C24-4D7C-42C1-B2C0-E52E4608348C}" destId="{D9B33457-8D51-4AF7-B0A8-C5F2077DE8B3}" srcOrd="1" destOrd="0" presId="urn:microsoft.com/office/officeart/2018/2/layout/IconVerticalSolidList"/>
    <dgm:cxn modelId="{A867D3CC-AFA1-4D02-99EF-DD658D2E22BB}" type="presParOf" srcId="{D0C28C24-4D7C-42C1-B2C0-E52E4608348C}" destId="{77547CE4-5BB9-4C5D-B797-71247D16783E}" srcOrd="2" destOrd="0" presId="urn:microsoft.com/office/officeart/2018/2/layout/IconVerticalSolidList"/>
    <dgm:cxn modelId="{214A45CF-D5E9-401F-87F2-644CABF818E6}" type="presParOf" srcId="{D0C28C24-4D7C-42C1-B2C0-E52E4608348C}" destId="{98276872-2C95-4416-882A-1394257E4BB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5AE55E3B-F46F-417D-9916-8721AF6232FB}" type="doc">
      <dgm:prSet loTypeId="urn:microsoft.com/office/officeart/2008/layout/LinedList" loCatId="list" qsTypeId="urn:microsoft.com/office/officeart/2005/8/quickstyle/simple3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1C3B5D37-916B-4F8C-8608-706083F28D5C}">
      <dgm:prSet/>
      <dgm:spPr/>
      <dgm:t>
        <a:bodyPr/>
        <a:lstStyle/>
        <a:p>
          <a:r>
            <a:rPr lang="en-US" b="0" i="0" baseline="0"/>
            <a:t>Clear handoff notes between rotations</a:t>
          </a:r>
          <a:endParaRPr lang="en-US"/>
        </a:p>
      </dgm:t>
    </dgm:pt>
    <dgm:pt modelId="{941330C1-24D1-4614-8EE1-333724522A7D}" type="parTrans" cxnId="{AFFD72C9-922C-42B7-BC34-2E01C98FE752}">
      <dgm:prSet/>
      <dgm:spPr/>
      <dgm:t>
        <a:bodyPr/>
        <a:lstStyle/>
        <a:p>
          <a:endParaRPr lang="en-US"/>
        </a:p>
      </dgm:t>
    </dgm:pt>
    <dgm:pt modelId="{5938181B-D021-46FD-A55F-108CC7A0F983}" type="sibTrans" cxnId="{AFFD72C9-922C-42B7-BC34-2E01C98FE752}">
      <dgm:prSet/>
      <dgm:spPr/>
      <dgm:t>
        <a:bodyPr/>
        <a:lstStyle/>
        <a:p>
          <a:endParaRPr lang="en-US"/>
        </a:p>
      </dgm:t>
    </dgm:pt>
    <dgm:pt modelId="{FBABC07E-E8A8-4077-B24D-B2EA0D47E70F}">
      <dgm:prSet/>
      <dgm:spPr/>
      <dgm:t>
        <a:bodyPr/>
        <a:lstStyle/>
        <a:p>
          <a:r>
            <a:rPr lang="en-US" b="0" i="0" baseline="0"/>
            <a:t>Document ongoing issues and risks</a:t>
          </a:r>
          <a:endParaRPr lang="en-US"/>
        </a:p>
      </dgm:t>
    </dgm:pt>
    <dgm:pt modelId="{A669B4BE-A601-4136-B192-1A70FBF882B8}" type="parTrans" cxnId="{0176395A-2572-4801-98DA-356FA63282C7}">
      <dgm:prSet/>
      <dgm:spPr/>
      <dgm:t>
        <a:bodyPr/>
        <a:lstStyle/>
        <a:p>
          <a:endParaRPr lang="en-US"/>
        </a:p>
      </dgm:t>
    </dgm:pt>
    <dgm:pt modelId="{0EF4A19C-CB78-4CA5-8C9B-95101AA7D90D}" type="sibTrans" cxnId="{0176395A-2572-4801-98DA-356FA63282C7}">
      <dgm:prSet/>
      <dgm:spPr/>
      <dgm:t>
        <a:bodyPr/>
        <a:lstStyle/>
        <a:p>
          <a:endParaRPr lang="en-US"/>
        </a:p>
      </dgm:t>
    </dgm:pt>
    <dgm:pt modelId="{9F297C97-E954-4885-B7AD-D10A90411D2D}">
      <dgm:prSet/>
      <dgm:spPr/>
      <dgm:t>
        <a:bodyPr/>
        <a:lstStyle/>
        <a:p>
          <a:r>
            <a:rPr lang="en-US" b="0" i="0" baseline="0"/>
            <a:t>Alerts should link to runbooks</a:t>
          </a:r>
          <a:endParaRPr lang="en-US"/>
        </a:p>
      </dgm:t>
    </dgm:pt>
    <dgm:pt modelId="{C9064F0F-7ED8-413C-9C76-065331E4DB19}" type="parTrans" cxnId="{754C3A3C-63FA-4833-9312-5689BAC63F48}">
      <dgm:prSet/>
      <dgm:spPr/>
      <dgm:t>
        <a:bodyPr/>
        <a:lstStyle/>
        <a:p>
          <a:endParaRPr lang="en-US"/>
        </a:p>
      </dgm:t>
    </dgm:pt>
    <dgm:pt modelId="{2B723168-7C3C-4E24-BE03-108DBCF4D62D}" type="sibTrans" cxnId="{754C3A3C-63FA-4833-9312-5689BAC63F48}">
      <dgm:prSet/>
      <dgm:spPr/>
      <dgm:t>
        <a:bodyPr/>
        <a:lstStyle/>
        <a:p>
          <a:endParaRPr lang="en-US"/>
        </a:p>
      </dgm:t>
    </dgm:pt>
    <dgm:pt modelId="{09243769-75ED-47BD-A0A9-11AA9213E29D}">
      <dgm:prSet/>
      <dgm:spPr/>
      <dgm:t>
        <a:bodyPr/>
        <a:lstStyle/>
        <a:p>
          <a:r>
            <a:rPr lang="en-US" b="0" i="0" baseline="0"/>
            <a:t>Runbooks should be updated after incidents</a:t>
          </a:r>
          <a:endParaRPr lang="en-US"/>
        </a:p>
      </dgm:t>
    </dgm:pt>
    <dgm:pt modelId="{E300BEFD-FD91-43CE-9811-071BC1450ECB}" type="parTrans" cxnId="{B229CFC8-CDB9-4C61-B7A8-6C0639E1FB3C}">
      <dgm:prSet/>
      <dgm:spPr/>
      <dgm:t>
        <a:bodyPr/>
        <a:lstStyle/>
        <a:p>
          <a:endParaRPr lang="en-US"/>
        </a:p>
      </dgm:t>
    </dgm:pt>
    <dgm:pt modelId="{310C5723-0B32-42B9-BC77-DE132B94FF67}" type="sibTrans" cxnId="{B229CFC8-CDB9-4C61-B7A8-6C0639E1FB3C}">
      <dgm:prSet/>
      <dgm:spPr/>
      <dgm:t>
        <a:bodyPr/>
        <a:lstStyle/>
        <a:p>
          <a:endParaRPr lang="en-US"/>
        </a:p>
      </dgm:t>
    </dgm:pt>
    <dgm:pt modelId="{672348DF-B45C-42B1-867B-E8416469394E}" type="pres">
      <dgm:prSet presAssocID="{5AE55E3B-F46F-417D-9916-8721AF6232FB}" presName="vert0" presStyleCnt="0">
        <dgm:presLayoutVars>
          <dgm:dir/>
          <dgm:animOne val="branch"/>
          <dgm:animLvl val="lvl"/>
        </dgm:presLayoutVars>
      </dgm:prSet>
      <dgm:spPr/>
    </dgm:pt>
    <dgm:pt modelId="{FBA9AF8F-06E5-4C8E-AEDD-2605F913D111}" type="pres">
      <dgm:prSet presAssocID="{1C3B5D37-916B-4F8C-8608-706083F28D5C}" presName="thickLine" presStyleLbl="alignNode1" presStyleIdx="0" presStyleCnt="4"/>
      <dgm:spPr/>
    </dgm:pt>
    <dgm:pt modelId="{1C45FA0E-F3FC-47B3-980A-2098B59E9B93}" type="pres">
      <dgm:prSet presAssocID="{1C3B5D37-916B-4F8C-8608-706083F28D5C}" presName="horz1" presStyleCnt="0"/>
      <dgm:spPr/>
    </dgm:pt>
    <dgm:pt modelId="{061EA1F9-3D83-409D-9B02-7BB85B8BE0E9}" type="pres">
      <dgm:prSet presAssocID="{1C3B5D37-916B-4F8C-8608-706083F28D5C}" presName="tx1" presStyleLbl="revTx" presStyleIdx="0" presStyleCnt="4"/>
      <dgm:spPr/>
    </dgm:pt>
    <dgm:pt modelId="{79FAAADF-42F5-45C2-9A13-217B2521C44D}" type="pres">
      <dgm:prSet presAssocID="{1C3B5D37-916B-4F8C-8608-706083F28D5C}" presName="vert1" presStyleCnt="0"/>
      <dgm:spPr/>
    </dgm:pt>
    <dgm:pt modelId="{1BAB55B2-5446-4801-9858-FDA197627104}" type="pres">
      <dgm:prSet presAssocID="{FBABC07E-E8A8-4077-B24D-B2EA0D47E70F}" presName="thickLine" presStyleLbl="alignNode1" presStyleIdx="1" presStyleCnt="4"/>
      <dgm:spPr/>
    </dgm:pt>
    <dgm:pt modelId="{852C20EF-F5F4-4624-BD19-3692F75B414C}" type="pres">
      <dgm:prSet presAssocID="{FBABC07E-E8A8-4077-B24D-B2EA0D47E70F}" presName="horz1" presStyleCnt="0"/>
      <dgm:spPr/>
    </dgm:pt>
    <dgm:pt modelId="{3C1F190D-C5A9-49E1-A39A-F36A4C260D0E}" type="pres">
      <dgm:prSet presAssocID="{FBABC07E-E8A8-4077-B24D-B2EA0D47E70F}" presName="tx1" presStyleLbl="revTx" presStyleIdx="1" presStyleCnt="4"/>
      <dgm:spPr/>
    </dgm:pt>
    <dgm:pt modelId="{554B4D42-B6FF-4D65-A9C8-C5367E169C90}" type="pres">
      <dgm:prSet presAssocID="{FBABC07E-E8A8-4077-B24D-B2EA0D47E70F}" presName="vert1" presStyleCnt="0"/>
      <dgm:spPr/>
    </dgm:pt>
    <dgm:pt modelId="{A50C091F-D881-4CBE-B5A6-C2B928952D79}" type="pres">
      <dgm:prSet presAssocID="{9F297C97-E954-4885-B7AD-D10A90411D2D}" presName="thickLine" presStyleLbl="alignNode1" presStyleIdx="2" presStyleCnt="4"/>
      <dgm:spPr/>
    </dgm:pt>
    <dgm:pt modelId="{B89651DE-C604-4B14-85C5-7FFB9E140C9B}" type="pres">
      <dgm:prSet presAssocID="{9F297C97-E954-4885-B7AD-D10A90411D2D}" presName="horz1" presStyleCnt="0"/>
      <dgm:spPr/>
    </dgm:pt>
    <dgm:pt modelId="{40B519F7-5307-4F7B-95D7-7E386DE8E6F7}" type="pres">
      <dgm:prSet presAssocID="{9F297C97-E954-4885-B7AD-D10A90411D2D}" presName="tx1" presStyleLbl="revTx" presStyleIdx="2" presStyleCnt="4"/>
      <dgm:spPr/>
    </dgm:pt>
    <dgm:pt modelId="{2429BB0E-5B6A-4049-B620-85E21F9127BC}" type="pres">
      <dgm:prSet presAssocID="{9F297C97-E954-4885-B7AD-D10A90411D2D}" presName="vert1" presStyleCnt="0"/>
      <dgm:spPr/>
    </dgm:pt>
    <dgm:pt modelId="{FB85F5BA-99AC-4E43-9C3C-546D1B8A4729}" type="pres">
      <dgm:prSet presAssocID="{09243769-75ED-47BD-A0A9-11AA9213E29D}" presName="thickLine" presStyleLbl="alignNode1" presStyleIdx="3" presStyleCnt="4"/>
      <dgm:spPr/>
    </dgm:pt>
    <dgm:pt modelId="{185AABC7-3649-41D4-A141-77C92EFE78A7}" type="pres">
      <dgm:prSet presAssocID="{09243769-75ED-47BD-A0A9-11AA9213E29D}" presName="horz1" presStyleCnt="0"/>
      <dgm:spPr/>
    </dgm:pt>
    <dgm:pt modelId="{CF94226D-FA6C-4DDE-8EC6-EC33AC709158}" type="pres">
      <dgm:prSet presAssocID="{09243769-75ED-47BD-A0A9-11AA9213E29D}" presName="tx1" presStyleLbl="revTx" presStyleIdx="3" presStyleCnt="4"/>
      <dgm:spPr/>
    </dgm:pt>
    <dgm:pt modelId="{BFA2B709-CE04-4EBB-BDB9-411E28CF89BF}" type="pres">
      <dgm:prSet presAssocID="{09243769-75ED-47BD-A0A9-11AA9213E29D}" presName="vert1" presStyleCnt="0"/>
      <dgm:spPr/>
    </dgm:pt>
  </dgm:ptLst>
  <dgm:cxnLst>
    <dgm:cxn modelId="{754C3A3C-63FA-4833-9312-5689BAC63F48}" srcId="{5AE55E3B-F46F-417D-9916-8721AF6232FB}" destId="{9F297C97-E954-4885-B7AD-D10A90411D2D}" srcOrd="2" destOrd="0" parTransId="{C9064F0F-7ED8-413C-9C76-065331E4DB19}" sibTransId="{2B723168-7C3C-4E24-BE03-108DBCF4D62D}"/>
    <dgm:cxn modelId="{CD155D73-107C-460E-9B89-4C1F9A23BE52}" type="presOf" srcId="{1C3B5D37-916B-4F8C-8608-706083F28D5C}" destId="{061EA1F9-3D83-409D-9B02-7BB85B8BE0E9}" srcOrd="0" destOrd="0" presId="urn:microsoft.com/office/officeart/2008/layout/LinedList"/>
    <dgm:cxn modelId="{7F825B74-C2C3-468A-987E-2A110452D98F}" type="presOf" srcId="{9F297C97-E954-4885-B7AD-D10A90411D2D}" destId="{40B519F7-5307-4F7B-95D7-7E386DE8E6F7}" srcOrd="0" destOrd="0" presId="urn:microsoft.com/office/officeart/2008/layout/LinedList"/>
    <dgm:cxn modelId="{0176395A-2572-4801-98DA-356FA63282C7}" srcId="{5AE55E3B-F46F-417D-9916-8721AF6232FB}" destId="{FBABC07E-E8A8-4077-B24D-B2EA0D47E70F}" srcOrd="1" destOrd="0" parTransId="{A669B4BE-A601-4136-B192-1A70FBF882B8}" sibTransId="{0EF4A19C-CB78-4CA5-8C9B-95101AA7D90D}"/>
    <dgm:cxn modelId="{1E115C83-6399-4217-AE32-3A6D185D70E9}" type="presOf" srcId="{FBABC07E-E8A8-4077-B24D-B2EA0D47E70F}" destId="{3C1F190D-C5A9-49E1-A39A-F36A4C260D0E}" srcOrd="0" destOrd="0" presId="urn:microsoft.com/office/officeart/2008/layout/LinedList"/>
    <dgm:cxn modelId="{B229CFC8-CDB9-4C61-B7A8-6C0639E1FB3C}" srcId="{5AE55E3B-F46F-417D-9916-8721AF6232FB}" destId="{09243769-75ED-47BD-A0A9-11AA9213E29D}" srcOrd="3" destOrd="0" parTransId="{E300BEFD-FD91-43CE-9811-071BC1450ECB}" sibTransId="{310C5723-0B32-42B9-BC77-DE132B94FF67}"/>
    <dgm:cxn modelId="{AFFD72C9-922C-42B7-BC34-2E01C98FE752}" srcId="{5AE55E3B-F46F-417D-9916-8721AF6232FB}" destId="{1C3B5D37-916B-4F8C-8608-706083F28D5C}" srcOrd="0" destOrd="0" parTransId="{941330C1-24D1-4614-8EE1-333724522A7D}" sibTransId="{5938181B-D021-46FD-A55F-108CC7A0F983}"/>
    <dgm:cxn modelId="{66B8C6CE-B01F-4E8B-8B92-0687DE402728}" type="presOf" srcId="{5AE55E3B-F46F-417D-9916-8721AF6232FB}" destId="{672348DF-B45C-42B1-867B-E8416469394E}" srcOrd="0" destOrd="0" presId="urn:microsoft.com/office/officeart/2008/layout/LinedList"/>
    <dgm:cxn modelId="{380220D3-AABD-4C37-B835-A10E24459A23}" type="presOf" srcId="{09243769-75ED-47BD-A0A9-11AA9213E29D}" destId="{CF94226D-FA6C-4DDE-8EC6-EC33AC709158}" srcOrd="0" destOrd="0" presId="urn:microsoft.com/office/officeart/2008/layout/LinedList"/>
    <dgm:cxn modelId="{A669BDDA-9D1D-4AC4-B56E-4DCBA22C34B1}" type="presParOf" srcId="{672348DF-B45C-42B1-867B-E8416469394E}" destId="{FBA9AF8F-06E5-4C8E-AEDD-2605F913D111}" srcOrd="0" destOrd="0" presId="urn:microsoft.com/office/officeart/2008/layout/LinedList"/>
    <dgm:cxn modelId="{028F1CDC-9DD1-44A1-B30A-F8FA2E6D849B}" type="presParOf" srcId="{672348DF-B45C-42B1-867B-E8416469394E}" destId="{1C45FA0E-F3FC-47B3-980A-2098B59E9B93}" srcOrd="1" destOrd="0" presId="urn:microsoft.com/office/officeart/2008/layout/LinedList"/>
    <dgm:cxn modelId="{3587B154-121D-4774-8A46-C75BF75EAFC4}" type="presParOf" srcId="{1C45FA0E-F3FC-47B3-980A-2098B59E9B93}" destId="{061EA1F9-3D83-409D-9B02-7BB85B8BE0E9}" srcOrd="0" destOrd="0" presId="urn:microsoft.com/office/officeart/2008/layout/LinedList"/>
    <dgm:cxn modelId="{F9B4E629-6AAB-47C0-8119-C4CCB90548BC}" type="presParOf" srcId="{1C45FA0E-F3FC-47B3-980A-2098B59E9B93}" destId="{79FAAADF-42F5-45C2-9A13-217B2521C44D}" srcOrd="1" destOrd="0" presId="urn:microsoft.com/office/officeart/2008/layout/LinedList"/>
    <dgm:cxn modelId="{34B0D44F-52C4-4C97-8986-598AF542C526}" type="presParOf" srcId="{672348DF-B45C-42B1-867B-E8416469394E}" destId="{1BAB55B2-5446-4801-9858-FDA197627104}" srcOrd="2" destOrd="0" presId="urn:microsoft.com/office/officeart/2008/layout/LinedList"/>
    <dgm:cxn modelId="{C6E11341-E674-4130-9299-E1B4E172959B}" type="presParOf" srcId="{672348DF-B45C-42B1-867B-E8416469394E}" destId="{852C20EF-F5F4-4624-BD19-3692F75B414C}" srcOrd="3" destOrd="0" presId="urn:microsoft.com/office/officeart/2008/layout/LinedList"/>
    <dgm:cxn modelId="{89B650AA-9BEA-4C35-A3AC-5BC0D9413677}" type="presParOf" srcId="{852C20EF-F5F4-4624-BD19-3692F75B414C}" destId="{3C1F190D-C5A9-49E1-A39A-F36A4C260D0E}" srcOrd="0" destOrd="0" presId="urn:microsoft.com/office/officeart/2008/layout/LinedList"/>
    <dgm:cxn modelId="{6AD572EC-9DEA-4C69-8C40-6C1804798E5B}" type="presParOf" srcId="{852C20EF-F5F4-4624-BD19-3692F75B414C}" destId="{554B4D42-B6FF-4D65-A9C8-C5367E169C90}" srcOrd="1" destOrd="0" presId="urn:microsoft.com/office/officeart/2008/layout/LinedList"/>
    <dgm:cxn modelId="{60EC86BF-7E30-48F6-8CDE-711F11E1DA67}" type="presParOf" srcId="{672348DF-B45C-42B1-867B-E8416469394E}" destId="{A50C091F-D881-4CBE-B5A6-C2B928952D79}" srcOrd="4" destOrd="0" presId="urn:microsoft.com/office/officeart/2008/layout/LinedList"/>
    <dgm:cxn modelId="{4D77F5A3-757E-40ED-92BB-CDECC64FAA2D}" type="presParOf" srcId="{672348DF-B45C-42B1-867B-E8416469394E}" destId="{B89651DE-C604-4B14-85C5-7FFB9E140C9B}" srcOrd="5" destOrd="0" presId="urn:microsoft.com/office/officeart/2008/layout/LinedList"/>
    <dgm:cxn modelId="{BBFDD79D-C537-4698-9F53-E04BD5CA8CBF}" type="presParOf" srcId="{B89651DE-C604-4B14-85C5-7FFB9E140C9B}" destId="{40B519F7-5307-4F7B-95D7-7E386DE8E6F7}" srcOrd="0" destOrd="0" presId="urn:microsoft.com/office/officeart/2008/layout/LinedList"/>
    <dgm:cxn modelId="{FAECFEA0-479E-4019-B57B-303736C3A59B}" type="presParOf" srcId="{B89651DE-C604-4B14-85C5-7FFB9E140C9B}" destId="{2429BB0E-5B6A-4049-B620-85E21F9127BC}" srcOrd="1" destOrd="0" presId="urn:microsoft.com/office/officeart/2008/layout/LinedList"/>
    <dgm:cxn modelId="{251E7FD9-4401-4B26-AFF7-843BF62E5F35}" type="presParOf" srcId="{672348DF-B45C-42B1-867B-E8416469394E}" destId="{FB85F5BA-99AC-4E43-9C3C-546D1B8A4729}" srcOrd="6" destOrd="0" presId="urn:microsoft.com/office/officeart/2008/layout/LinedList"/>
    <dgm:cxn modelId="{9B775FE8-820D-4CC6-B13B-C49B0803CF54}" type="presParOf" srcId="{672348DF-B45C-42B1-867B-E8416469394E}" destId="{185AABC7-3649-41D4-A141-77C92EFE78A7}" srcOrd="7" destOrd="0" presId="urn:microsoft.com/office/officeart/2008/layout/LinedList"/>
    <dgm:cxn modelId="{1C56239D-005B-4D89-9E92-FEE6389769D4}" type="presParOf" srcId="{185AABC7-3649-41D4-A141-77C92EFE78A7}" destId="{CF94226D-FA6C-4DDE-8EC6-EC33AC709158}" srcOrd="0" destOrd="0" presId="urn:microsoft.com/office/officeart/2008/layout/LinedList"/>
    <dgm:cxn modelId="{25296708-8366-4C4C-9CFD-31AEFAB5F8DF}" type="presParOf" srcId="{185AABC7-3649-41D4-A141-77C92EFE78A7}" destId="{BFA2B709-CE04-4EBB-BDB9-411E28CF89B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DB08E18C-DA69-441B-A2CE-428EF427485C}" type="doc">
      <dgm:prSet loTypeId="urn:microsoft.com/office/officeart/2016/7/layout/HorizontalActionList" loCatId="List" qsTypeId="urn:microsoft.com/office/officeart/2005/8/quickstyle/simple3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A85941BF-E3EC-4F18-8B4E-D7942BDA6429}">
      <dgm:prSet/>
      <dgm:spPr/>
      <dgm:t>
        <a:bodyPr/>
        <a:lstStyle/>
        <a:p>
          <a:r>
            <a:rPr lang="en-US" dirty="0"/>
            <a:t>Review</a:t>
          </a:r>
        </a:p>
      </dgm:t>
    </dgm:pt>
    <dgm:pt modelId="{4086A86A-561A-401F-B19A-C2BE22F84728}" type="parTrans" cxnId="{952F67E0-9716-4E2C-82D5-4A891AE84FE8}">
      <dgm:prSet/>
      <dgm:spPr/>
      <dgm:t>
        <a:bodyPr/>
        <a:lstStyle/>
        <a:p>
          <a:endParaRPr lang="en-US"/>
        </a:p>
      </dgm:t>
    </dgm:pt>
    <dgm:pt modelId="{86059D5D-F6B6-46DD-83F3-B5317B221447}" type="sibTrans" cxnId="{952F67E0-9716-4E2C-82D5-4A891AE84FE8}">
      <dgm:prSet/>
      <dgm:spPr/>
      <dgm:t>
        <a:bodyPr/>
        <a:lstStyle/>
        <a:p>
          <a:endParaRPr lang="en-US"/>
        </a:p>
      </dgm:t>
    </dgm:pt>
    <dgm:pt modelId="{D5AFD2BE-0553-45B0-8B8D-5EF8EFAB1F69}">
      <dgm:prSet/>
      <dgm:spPr/>
      <dgm:t>
        <a:bodyPr/>
        <a:lstStyle/>
        <a:p>
          <a:r>
            <a:rPr lang="en-US"/>
            <a:t>Hold blameless post incident reviews</a:t>
          </a:r>
        </a:p>
      </dgm:t>
    </dgm:pt>
    <dgm:pt modelId="{EBD01299-23FC-4641-8F37-29BF4A3EC216}" type="parTrans" cxnId="{B4B7A734-A90D-460E-B17E-424CF717E6BC}">
      <dgm:prSet/>
      <dgm:spPr/>
      <dgm:t>
        <a:bodyPr/>
        <a:lstStyle/>
        <a:p>
          <a:endParaRPr lang="en-US"/>
        </a:p>
      </dgm:t>
    </dgm:pt>
    <dgm:pt modelId="{523D6EE9-D7AC-4F34-8A5C-48D01EACB9DB}" type="sibTrans" cxnId="{B4B7A734-A90D-460E-B17E-424CF717E6BC}">
      <dgm:prSet/>
      <dgm:spPr/>
      <dgm:t>
        <a:bodyPr/>
        <a:lstStyle/>
        <a:p>
          <a:endParaRPr lang="en-US"/>
        </a:p>
      </dgm:t>
    </dgm:pt>
    <dgm:pt modelId="{EA70AF5E-E2B9-4D8C-8AF1-D5B4F719409C}">
      <dgm:prSet/>
      <dgm:spPr/>
      <dgm:t>
        <a:bodyPr/>
        <a:lstStyle/>
        <a:p>
          <a:r>
            <a:rPr lang="en-US"/>
            <a:t>Identify</a:t>
          </a:r>
        </a:p>
      </dgm:t>
    </dgm:pt>
    <dgm:pt modelId="{80139842-62FC-4972-A04A-CFAFE3298B63}" type="parTrans" cxnId="{91765971-FE53-4C1A-A284-2B95A4017E6F}">
      <dgm:prSet/>
      <dgm:spPr/>
      <dgm:t>
        <a:bodyPr/>
        <a:lstStyle/>
        <a:p>
          <a:endParaRPr lang="en-US"/>
        </a:p>
      </dgm:t>
    </dgm:pt>
    <dgm:pt modelId="{385E0AFB-2652-42C2-9255-366570759A30}" type="sibTrans" cxnId="{91765971-FE53-4C1A-A284-2B95A4017E6F}">
      <dgm:prSet/>
      <dgm:spPr/>
      <dgm:t>
        <a:bodyPr/>
        <a:lstStyle/>
        <a:p>
          <a:endParaRPr lang="en-US"/>
        </a:p>
      </dgm:t>
    </dgm:pt>
    <dgm:pt modelId="{E67BE82D-6686-417F-B863-2BE01B403191}">
      <dgm:prSet/>
      <dgm:spPr/>
      <dgm:t>
        <a:bodyPr/>
        <a:lstStyle/>
        <a:p>
          <a:r>
            <a:rPr lang="en-US"/>
            <a:t>Identify root causes</a:t>
          </a:r>
        </a:p>
      </dgm:t>
    </dgm:pt>
    <dgm:pt modelId="{AB0C33CF-8EFF-4223-B4DA-EBD498656811}" type="parTrans" cxnId="{35BFFF4F-84FC-4DDD-8220-02124840FB16}">
      <dgm:prSet/>
      <dgm:spPr/>
      <dgm:t>
        <a:bodyPr/>
        <a:lstStyle/>
        <a:p>
          <a:endParaRPr lang="en-US"/>
        </a:p>
      </dgm:t>
    </dgm:pt>
    <dgm:pt modelId="{F8303A39-CD6A-4A51-8268-C60A05061D90}" type="sibTrans" cxnId="{35BFFF4F-84FC-4DDD-8220-02124840FB16}">
      <dgm:prSet/>
      <dgm:spPr/>
      <dgm:t>
        <a:bodyPr/>
        <a:lstStyle/>
        <a:p>
          <a:endParaRPr lang="en-US"/>
        </a:p>
      </dgm:t>
    </dgm:pt>
    <dgm:pt modelId="{F5CA2895-CACD-4955-A79B-1DBC731B463B}">
      <dgm:prSet/>
      <dgm:spPr/>
      <dgm:t>
        <a:bodyPr/>
        <a:lstStyle/>
        <a:p>
          <a:r>
            <a:rPr lang="en-US"/>
            <a:t>Track</a:t>
          </a:r>
        </a:p>
      </dgm:t>
    </dgm:pt>
    <dgm:pt modelId="{F9A5424F-A06F-4F5E-9DBA-7C49675ECF27}" type="parTrans" cxnId="{A94D5AF5-D32C-41E2-86E9-CAB797FD5818}">
      <dgm:prSet/>
      <dgm:spPr/>
      <dgm:t>
        <a:bodyPr/>
        <a:lstStyle/>
        <a:p>
          <a:endParaRPr lang="en-US"/>
        </a:p>
      </dgm:t>
    </dgm:pt>
    <dgm:pt modelId="{96AC4850-B327-4E4E-8A14-3556472F8F37}" type="sibTrans" cxnId="{A94D5AF5-D32C-41E2-86E9-CAB797FD5818}">
      <dgm:prSet/>
      <dgm:spPr/>
      <dgm:t>
        <a:bodyPr/>
        <a:lstStyle/>
        <a:p>
          <a:endParaRPr lang="en-US"/>
        </a:p>
      </dgm:t>
    </dgm:pt>
    <dgm:pt modelId="{EF0626F9-BFCC-474D-ABA2-BCF6D274FFF6}">
      <dgm:prSet/>
      <dgm:spPr/>
      <dgm:t>
        <a:bodyPr/>
        <a:lstStyle/>
        <a:p>
          <a:r>
            <a:rPr lang="en-US"/>
            <a:t>Track action items to completion</a:t>
          </a:r>
        </a:p>
      </dgm:t>
    </dgm:pt>
    <dgm:pt modelId="{95E4936F-66D0-4EFB-9406-F3E437817A7D}" type="parTrans" cxnId="{1ECA96C2-0BB9-4FA4-B859-F168A9F82A2D}">
      <dgm:prSet/>
      <dgm:spPr/>
      <dgm:t>
        <a:bodyPr/>
        <a:lstStyle/>
        <a:p>
          <a:endParaRPr lang="en-US"/>
        </a:p>
      </dgm:t>
    </dgm:pt>
    <dgm:pt modelId="{7C89F419-5658-4E2B-8F17-CE92996CE7E5}" type="sibTrans" cxnId="{1ECA96C2-0BB9-4FA4-B859-F168A9F82A2D}">
      <dgm:prSet/>
      <dgm:spPr/>
      <dgm:t>
        <a:bodyPr/>
        <a:lstStyle/>
        <a:p>
          <a:endParaRPr lang="en-US"/>
        </a:p>
      </dgm:t>
    </dgm:pt>
    <dgm:pt modelId="{DFD40777-8EE9-4FC6-8EBD-E6628C1C6468}">
      <dgm:prSet/>
      <dgm:spPr/>
      <dgm:t>
        <a:bodyPr/>
        <a:lstStyle/>
        <a:p>
          <a:r>
            <a:rPr lang="en-US"/>
            <a:t>Improve</a:t>
          </a:r>
        </a:p>
      </dgm:t>
    </dgm:pt>
    <dgm:pt modelId="{94B8EA7B-741F-401A-B430-2CE8FB5239BD}" type="parTrans" cxnId="{4084638A-1402-4CDB-9255-F65508288D2A}">
      <dgm:prSet/>
      <dgm:spPr/>
      <dgm:t>
        <a:bodyPr/>
        <a:lstStyle/>
        <a:p>
          <a:endParaRPr lang="en-US"/>
        </a:p>
      </dgm:t>
    </dgm:pt>
    <dgm:pt modelId="{83E4413F-B3BC-4B20-BDC1-69813E314377}" type="sibTrans" cxnId="{4084638A-1402-4CDB-9255-F65508288D2A}">
      <dgm:prSet/>
      <dgm:spPr/>
      <dgm:t>
        <a:bodyPr/>
        <a:lstStyle/>
        <a:p>
          <a:endParaRPr lang="en-US"/>
        </a:p>
      </dgm:t>
    </dgm:pt>
    <dgm:pt modelId="{D4E5BCAD-95D4-40D1-9DDA-690C55CF2906}">
      <dgm:prSet/>
      <dgm:spPr/>
      <dgm:t>
        <a:bodyPr/>
        <a:lstStyle/>
        <a:p>
          <a:r>
            <a:rPr lang="en-US"/>
            <a:t>Improve systems and alerts over time</a:t>
          </a:r>
        </a:p>
      </dgm:t>
    </dgm:pt>
    <dgm:pt modelId="{A9045A4A-9FD4-4533-AC49-D2E5091F3EF9}" type="parTrans" cxnId="{72BC1BD4-C3CE-477E-B5F6-97C383B17008}">
      <dgm:prSet/>
      <dgm:spPr/>
      <dgm:t>
        <a:bodyPr/>
        <a:lstStyle/>
        <a:p>
          <a:endParaRPr lang="en-US"/>
        </a:p>
      </dgm:t>
    </dgm:pt>
    <dgm:pt modelId="{E290B401-004E-4499-B597-DA0954B4B425}" type="sibTrans" cxnId="{72BC1BD4-C3CE-477E-B5F6-97C383B17008}">
      <dgm:prSet/>
      <dgm:spPr/>
      <dgm:t>
        <a:bodyPr/>
        <a:lstStyle/>
        <a:p>
          <a:endParaRPr lang="en-US"/>
        </a:p>
      </dgm:t>
    </dgm:pt>
    <dgm:pt modelId="{6E7E1B47-02DF-4B38-B848-E6AF4D066441}" type="pres">
      <dgm:prSet presAssocID="{DB08E18C-DA69-441B-A2CE-428EF427485C}" presName="Name0" presStyleCnt="0">
        <dgm:presLayoutVars>
          <dgm:dir/>
          <dgm:animLvl val="lvl"/>
          <dgm:resizeHandles val="exact"/>
        </dgm:presLayoutVars>
      </dgm:prSet>
      <dgm:spPr/>
    </dgm:pt>
    <dgm:pt modelId="{C86A9BA6-8EB2-46BD-92E0-E6CCD051E617}" type="pres">
      <dgm:prSet presAssocID="{A85941BF-E3EC-4F18-8B4E-D7942BDA6429}" presName="composite" presStyleCnt="0"/>
      <dgm:spPr/>
    </dgm:pt>
    <dgm:pt modelId="{DDDF448C-113F-4BDB-97EA-85556656CD32}" type="pres">
      <dgm:prSet presAssocID="{A85941BF-E3EC-4F18-8B4E-D7942BDA6429}" presName="parTx" presStyleLbl="alignNode1" presStyleIdx="0" presStyleCnt="4">
        <dgm:presLayoutVars>
          <dgm:chMax val="0"/>
          <dgm:chPref val="0"/>
        </dgm:presLayoutVars>
      </dgm:prSet>
      <dgm:spPr/>
    </dgm:pt>
    <dgm:pt modelId="{0788C615-0824-4C20-9D45-EF45BB83DC52}" type="pres">
      <dgm:prSet presAssocID="{A85941BF-E3EC-4F18-8B4E-D7942BDA6429}" presName="desTx" presStyleLbl="alignAccFollowNode1" presStyleIdx="0" presStyleCnt="4">
        <dgm:presLayoutVars/>
      </dgm:prSet>
      <dgm:spPr/>
    </dgm:pt>
    <dgm:pt modelId="{0F02C9D9-AAF3-4D0E-9F41-59A6A826484B}" type="pres">
      <dgm:prSet presAssocID="{86059D5D-F6B6-46DD-83F3-B5317B221447}" presName="space" presStyleCnt="0"/>
      <dgm:spPr/>
    </dgm:pt>
    <dgm:pt modelId="{5859CAB7-3C09-4049-8F8B-F92365699594}" type="pres">
      <dgm:prSet presAssocID="{EA70AF5E-E2B9-4D8C-8AF1-D5B4F719409C}" presName="composite" presStyleCnt="0"/>
      <dgm:spPr/>
    </dgm:pt>
    <dgm:pt modelId="{D4F34602-E843-4AA7-9E07-5C897281474B}" type="pres">
      <dgm:prSet presAssocID="{EA70AF5E-E2B9-4D8C-8AF1-D5B4F719409C}" presName="parTx" presStyleLbl="alignNode1" presStyleIdx="1" presStyleCnt="4">
        <dgm:presLayoutVars>
          <dgm:chMax val="0"/>
          <dgm:chPref val="0"/>
        </dgm:presLayoutVars>
      </dgm:prSet>
      <dgm:spPr/>
    </dgm:pt>
    <dgm:pt modelId="{A85C2937-9B19-4A7B-8BD9-29FD02979CE1}" type="pres">
      <dgm:prSet presAssocID="{EA70AF5E-E2B9-4D8C-8AF1-D5B4F719409C}" presName="desTx" presStyleLbl="alignAccFollowNode1" presStyleIdx="1" presStyleCnt="4">
        <dgm:presLayoutVars/>
      </dgm:prSet>
      <dgm:spPr/>
    </dgm:pt>
    <dgm:pt modelId="{CEA698F8-F348-478F-AF65-8C9722CF80D9}" type="pres">
      <dgm:prSet presAssocID="{385E0AFB-2652-42C2-9255-366570759A30}" presName="space" presStyleCnt="0"/>
      <dgm:spPr/>
    </dgm:pt>
    <dgm:pt modelId="{7184885F-403E-43FC-AE1E-0CE997780A7C}" type="pres">
      <dgm:prSet presAssocID="{F5CA2895-CACD-4955-A79B-1DBC731B463B}" presName="composite" presStyleCnt="0"/>
      <dgm:spPr/>
    </dgm:pt>
    <dgm:pt modelId="{FCA27896-D413-4AC2-8520-3DBC2059229F}" type="pres">
      <dgm:prSet presAssocID="{F5CA2895-CACD-4955-A79B-1DBC731B463B}" presName="parTx" presStyleLbl="alignNode1" presStyleIdx="2" presStyleCnt="4">
        <dgm:presLayoutVars>
          <dgm:chMax val="0"/>
          <dgm:chPref val="0"/>
        </dgm:presLayoutVars>
      </dgm:prSet>
      <dgm:spPr/>
    </dgm:pt>
    <dgm:pt modelId="{481AA4D2-1BD5-46B4-959E-C0B2C05C105E}" type="pres">
      <dgm:prSet presAssocID="{F5CA2895-CACD-4955-A79B-1DBC731B463B}" presName="desTx" presStyleLbl="alignAccFollowNode1" presStyleIdx="2" presStyleCnt="4">
        <dgm:presLayoutVars/>
      </dgm:prSet>
      <dgm:spPr/>
    </dgm:pt>
    <dgm:pt modelId="{DA2A0B79-D63C-4A4B-8552-CCDFAD0A7461}" type="pres">
      <dgm:prSet presAssocID="{96AC4850-B327-4E4E-8A14-3556472F8F37}" presName="space" presStyleCnt="0"/>
      <dgm:spPr/>
    </dgm:pt>
    <dgm:pt modelId="{AF685131-5132-46CB-B07B-D992502FF924}" type="pres">
      <dgm:prSet presAssocID="{DFD40777-8EE9-4FC6-8EBD-E6628C1C6468}" presName="composite" presStyleCnt="0"/>
      <dgm:spPr/>
    </dgm:pt>
    <dgm:pt modelId="{DD457D2F-7C45-41EB-9A13-3FE834B5FDF3}" type="pres">
      <dgm:prSet presAssocID="{DFD40777-8EE9-4FC6-8EBD-E6628C1C6468}" presName="parTx" presStyleLbl="alignNode1" presStyleIdx="3" presStyleCnt="4">
        <dgm:presLayoutVars>
          <dgm:chMax val="0"/>
          <dgm:chPref val="0"/>
        </dgm:presLayoutVars>
      </dgm:prSet>
      <dgm:spPr/>
    </dgm:pt>
    <dgm:pt modelId="{144505FE-225E-4866-AA31-C1AA570D9885}" type="pres">
      <dgm:prSet presAssocID="{DFD40777-8EE9-4FC6-8EBD-E6628C1C6468}" presName="desTx" presStyleLbl="alignAccFollowNode1" presStyleIdx="3" presStyleCnt="4">
        <dgm:presLayoutVars/>
      </dgm:prSet>
      <dgm:spPr/>
    </dgm:pt>
  </dgm:ptLst>
  <dgm:cxnLst>
    <dgm:cxn modelId="{A0ADE602-0AE6-4B2C-B367-A624CBB477C8}" type="presOf" srcId="{DB08E18C-DA69-441B-A2CE-428EF427485C}" destId="{6E7E1B47-02DF-4B38-B848-E6AF4D066441}" srcOrd="0" destOrd="0" presId="urn:microsoft.com/office/officeart/2016/7/layout/HorizontalActionList"/>
    <dgm:cxn modelId="{70277710-0AB9-454E-9E9C-B7595D09132E}" type="presOf" srcId="{EF0626F9-BFCC-474D-ABA2-BCF6D274FFF6}" destId="{481AA4D2-1BD5-46B4-959E-C0B2C05C105E}" srcOrd="0" destOrd="0" presId="urn:microsoft.com/office/officeart/2016/7/layout/HorizontalActionList"/>
    <dgm:cxn modelId="{B4B7A734-A90D-460E-B17E-424CF717E6BC}" srcId="{A85941BF-E3EC-4F18-8B4E-D7942BDA6429}" destId="{D5AFD2BE-0553-45B0-8B8D-5EF8EFAB1F69}" srcOrd="0" destOrd="0" parTransId="{EBD01299-23FC-4641-8F37-29BF4A3EC216}" sibTransId="{523D6EE9-D7AC-4F34-8A5C-48D01EACB9DB}"/>
    <dgm:cxn modelId="{AB844238-7DF0-4342-911E-4721FA08D5F1}" type="presOf" srcId="{EA70AF5E-E2B9-4D8C-8AF1-D5B4F719409C}" destId="{D4F34602-E843-4AA7-9E07-5C897281474B}" srcOrd="0" destOrd="0" presId="urn:microsoft.com/office/officeart/2016/7/layout/HorizontalActionList"/>
    <dgm:cxn modelId="{1B846D6D-B13C-4750-983D-F80945AFB256}" type="presOf" srcId="{DFD40777-8EE9-4FC6-8EBD-E6628C1C6468}" destId="{DD457D2F-7C45-41EB-9A13-3FE834B5FDF3}" srcOrd="0" destOrd="0" presId="urn:microsoft.com/office/officeart/2016/7/layout/HorizontalActionList"/>
    <dgm:cxn modelId="{35BFFF4F-84FC-4DDD-8220-02124840FB16}" srcId="{EA70AF5E-E2B9-4D8C-8AF1-D5B4F719409C}" destId="{E67BE82D-6686-417F-B863-2BE01B403191}" srcOrd="0" destOrd="0" parTransId="{AB0C33CF-8EFF-4223-B4DA-EBD498656811}" sibTransId="{F8303A39-CD6A-4A51-8268-C60A05061D90}"/>
    <dgm:cxn modelId="{91765971-FE53-4C1A-A284-2B95A4017E6F}" srcId="{DB08E18C-DA69-441B-A2CE-428EF427485C}" destId="{EA70AF5E-E2B9-4D8C-8AF1-D5B4F719409C}" srcOrd="1" destOrd="0" parTransId="{80139842-62FC-4972-A04A-CFAFE3298B63}" sibTransId="{385E0AFB-2652-42C2-9255-366570759A30}"/>
    <dgm:cxn modelId="{5BE98272-A7AB-4DA5-B3E6-E6BBC1DA499E}" type="presOf" srcId="{E67BE82D-6686-417F-B863-2BE01B403191}" destId="{A85C2937-9B19-4A7B-8BD9-29FD02979CE1}" srcOrd="0" destOrd="0" presId="urn:microsoft.com/office/officeart/2016/7/layout/HorizontalActionList"/>
    <dgm:cxn modelId="{4084638A-1402-4CDB-9255-F65508288D2A}" srcId="{DB08E18C-DA69-441B-A2CE-428EF427485C}" destId="{DFD40777-8EE9-4FC6-8EBD-E6628C1C6468}" srcOrd="3" destOrd="0" parTransId="{94B8EA7B-741F-401A-B430-2CE8FB5239BD}" sibTransId="{83E4413F-B3BC-4B20-BDC1-69813E314377}"/>
    <dgm:cxn modelId="{4608A9B3-D65F-4BBB-B718-036238F3B1BC}" type="presOf" srcId="{D5AFD2BE-0553-45B0-8B8D-5EF8EFAB1F69}" destId="{0788C615-0824-4C20-9D45-EF45BB83DC52}" srcOrd="0" destOrd="0" presId="urn:microsoft.com/office/officeart/2016/7/layout/HorizontalActionList"/>
    <dgm:cxn modelId="{1ECA96C2-0BB9-4FA4-B859-F168A9F82A2D}" srcId="{F5CA2895-CACD-4955-A79B-1DBC731B463B}" destId="{EF0626F9-BFCC-474D-ABA2-BCF6D274FFF6}" srcOrd="0" destOrd="0" parTransId="{95E4936F-66D0-4EFB-9406-F3E437817A7D}" sibTransId="{7C89F419-5658-4E2B-8F17-CE92996CE7E5}"/>
    <dgm:cxn modelId="{3F5C6EC9-8430-4DB6-A554-7A3A7C43F715}" type="presOf" srcId="{A85941BF-E3EC-4F18-8B4E-D7942BDA6429}" destId="{DDDF448C-113F-4BDB-97EA-85556656CD32}" srcOrd="0" destOrd="0" presId="urn:microsoft.com/office/officeart/2016/7/layout/HorizontalActionList"/>
    <dgm:cxn modelId="{72BC1BD4-C3CE-477E-B5F6-97C383B17008}" srcId="{DFD40777-8EE9-4FC6-8EBD-E6628C1C6468}" destId="{D4E5BCAD-95D4-40D1-9DDA-690C55CF2906}" srcOrd="0" destOrd="0" parTransId="{A9045A4A-9FD4-4533-AC49-D2E5091F3EF9}" sibTransId="{E290B401-004E-4499-B597-DA0954B4B425}"/>
    <dgm:cxn modelId="{952F67E0-9716-4E2C-82D5-4A891AE84FE8}" srcId="{DB08E18C-DA69-441B-A2CE-428EF427485C}" destId="{A85941BF-E3EC-4F18-8B4E-D7942BDA6429}" srcOrd="0" destOrd="0" parTransId="{4086A86A-561A-401F-B19A-C2BE22F84728}" sibTransId="{86059D5D-F6B6-46DD-83F3-B5317B221447}"/>
    <dgm:cxn modelId="{D4188EE7-5C2D-4B25-BC0C-3B8CAEB6ED97}" type="presOf" srcId="{F5CA2895-CACD-4955-A79B-1DBC731B463B}" destId="{FCA27896-D413-4AC2-8520-3DBC2059229F}" srcOrd="0" destOrd="0" presId="urn:microsoft.com/office/officeart/2016/7/layout/HorizontalActionList"/>
    <dgm:cxn modelId="{A94D5AF5-D32C-41E2-86E9-CAB797FD5818}" srcId="{DB08E18C-DA69-441B-A2CE-428EF427485C}" destId="{F5CA2895-CACD-4955-A79B-1DBC731B463B}" srcOrd="2" destOrd="0" parTransId="{F9A5424F-A06F-4F5E-9DBA-7C49675ECF27}" sibTransId="{96AC4850-B327-4E4E-8A14-3556472F8F37}"/>
    <dgm:cxn modelId="{94EF04F7-BB04-429A-B835-3DDB7416088A}" type="presOf" srcId="{D4E5BCAD-95D4-40D1-9DDA-690C55CF2906}" destId="{144505FE-225E-4866-AA31-C1AA570D9885}" srcOrd="0" destOrd="0" presId="urn:microsoft.com/office/officeart/2016/7/layout/HorizontalActionList"/>
    <dgm:cxn modelId="{7CA1716E-7323-4EA4-BAFD-91FB70D2AC60}" type="presParOf" srcId="{6E7E1B47-02DF-4B38-B848-E6AF4D066441}" destId="{C86A9BA6-8EB2-46BD-92E0-E6CCD051E617}" srcOrd="0" destOrd="0" presId="urn:microsoft.com/office/officeart/2016/7/layout/HorizontalActionList"/>
    <dgm:cxn modelId="{C0890917-8D32-450D-9DA6-F42EA7865812}" type="presParOf" srcId="{C86A9BA6-8EB2-46BD-92E0-E6CCD051E617}" destId="{DDDF448C-113F-4BDB-97EA-85556656CD32}" srcOrd="0" destOrd="0" presId="urn:microsoft.com/office/officeart/2016/7/layout/HorizontalActionList"/>
    <dgm:cxn modelId="{DA88AF7D-4B8D-4C46-8206-D86C68FB591D}" type="presParOf" srcId="{C86A9BA6-8EB2-46BD-92E0-E6CCD051E617}" destId="{0788C615-0824-4C20-9D45-EF45BB83DC52}" srcOrd="1" destOrd="0" presId="urn:microsoft.com/office/officeart/2016/7/layout/HorizontalActionList"/>
    <dgm:cxn modelId="{4FA6E0F2-59F0-422E-9F14-7D6B56E33CB0}" type="presParOf" srcId="{6E7E1B47-02DF-4B38-B848-E6AF4D066441}" destId="{0F02C9D9-AAF3-4D0E-9F41-59A6A826484B}" srcOrd="1" destOrd="0" presId="urn:microsoft.com/office/officeart/2016/7/layout/HorizontalActionList"/>
    <dgm:cxn modelId="{265CA175-3F3E-484D-BF56-897961AE1471}" type="presParOf" srcId="{6E7E1B47-02DF-4B38-B848-E6AF4D066441}" destId="{5859CAB7-3C09-4049-8F8B-F92365699594}" srcOrd="2" destOrd="0" presId="urn:microsoft.com/office/officeart/2016/7/layout/HorizontalActionList"/>
    <dgm:cxn modelId="{17B3471C-3C7F-4702-8410-F1D578B844AE}" type="presParOf" srcId="{5859CAB7-3C09-4049-8F8B-F92365699594}" destId="{D4F34602-E843-4AA7-9E07-5C897281474B}" srcOrd="0" destOrd="0" presId="urn:microsoft.com/office/officeart/2016/7/layout/HorizontalActionList"/>
    <dgm:cxn modelId="{B374C2D0-1963-45AF-8549-630DFA245978}" type="presParOf" srcId="{5859CAB7-3C09-4049-8F8B-F92365699594}" destId="{A85C2937-9B19-4A7B-8BD9-29FD02979CE1}" srcOrd="1" destOrd="0" presId="urn:microsoft.com/office/officeart/2016/7/layout/HorizontalActionList"/>
    <dgm:cxn modelId="{AF554E72-0E73-49CE-BA80-6815FAB8B0CC}" type="presParOf" srcId="{6E7E1B47-02DF-4B38-B848-E6AF4D066441}" destId="{CEA698F8-F348-478F-AF65-8C9722CF80D9}" srcOrd="3" destOrd="0" presId="urn:microsoft.com/office/officeart/2016/7/layout/HorizontalActionList"/>
    <dgm:cxn modelId="{AFDD6873-D2B3-49BE-91E5-538D2BB1A042}" type="presParOf" srcId="{6E7E1B47-02DF-4B38-B848-E6AF4D066441}" destId="{7184885F-403E-43FC-AE1E-0CE997780A7C}" srcOrd="4" destOrd="0" presId="urn:microsoft.com/office/officeart/2016/7/layout/HorizontalActionList"/>
    <dgm:cxn modelId="{9050C6A1-A454-4BEA-9511-389E3D1D67A6}" type="presParOf" srcId="{7184885F-403E-43FC-AE1E-0CE997780A7C}" destId="{FCA27896-D413-4AC2-8520-3DBC2059229F}" srcOrd="0" destOrd="0" presId="urn:microsoft.com/office/officeart/2016/7/layout/HorizontalActionList"/>
    <dgm:cxn modelId="{7AAD106E-9832-4BE9-90B2-44941B0CA498}" type="presParOf" srcId="{7184885F-403E-43FC-AE1E-0CE997780A7C}" destId="{481AA4D2-1BD5-46B4-959E-C0B2C05C105E}" srcOrd="1" destOrd="0" presId="urn:microsoft.com/office/officeart/2016/7/layout/HorizontalActionList"/>
    <dgm:cxn modelId="{45C47B4E-F130-404C-90D6-3E0834E7F88F}" type="presParOf" srcId="{6E7E1B47-02DF-4B38-B848-E6AF4D066441}" destId="{DA2A0B79-D63C-4A4B-8552-CCDFAD0A7461}" srcOrd="5" destOrd="0" presId="urn:microsoft.com/office/officeart/2016/7/layout/HorizontalActionList"/>
    <dgm:cxn modelId="{F70E3DE5-FB79-4E79-BC26-8FD684FA66F1}" type="presParOf" srcId="{6E7E1B47-02DF-4B38-B848-E6AF4D066441}" destId="{AF685131-5132-46CB-B07B-D992502FF924}" srcOrd="6" destOrd="0" presId="urn:microsoft.com/office/officeart/2016/7/layout/HorizontalActionList"/>
    <dgm:cxn modelId="{96273231-EC7F-44C1-AE67-C6643318004B}" type="presParOf" srcId="{AF685131-5132-46CB-B07B-D992502FF924}" destId="{DD457D2F-7C45-41EB-9A13-3FE834B5FDF3}" srcOrd="0" destOrd="0" presId="urn:microsoft.com/office/officeart/2016/7/layout/HorizontalActionList"/>
    <dgm:cxn modelId="{4E0620A7-F65C-4198-8B50-CF4C44C8158A}" type="presParOf" srcId="{AF685131-5132-46CB-B07B-D992502FF924}" destId="{144505FE-225E-4866-AA31-C1AA570D9885}" srcOrd="1" destOrd="0" presId="urn:microsoft.com/office/officeart/2016/7/layout/Horizontal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ACA36FF2-8A79-4B11-9243-380C4A462A1A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0E4C11E1-2D1F-498B-A45E-6AD558C9E38C}">
      <dgm:prSet/>
      <dgm:spPr/>
      <dgm:t>
        <a:bodyPr/>
        <a:lstStyle/>
        <a:p>
          <a:r>
            <a:rPr lang="en-US" b="0" i="0" baseline="0"/>
            <a:t>On call should not lead to burnout</a:t>
          </a:r>
          <a:endParaRPr lang="en-US"/>
        </a:p>
      </dgm:t>
    </dgm:pt>
    <dgm:pt modelId="{6E492C28-AEBC-4387-8A20-04F978678304}" type="parTrans" cxnId="{195AE86E-AA77-47F4-AFA2-0A54785F0A2E}">
      <dgm:prSet/>
      <dgm:spPr/>
      <dgm:t>
        <a:bodyPr/>
        <a:lstStyle/>
        <a:p>
          <a:endParaRPr lang="en-US"/>
        </a:p>
      </dgm:t>
    </dgm:pt>
    <dgm:pt modelId="{18629C25-7B0C-43F1-8E2D-F0DC2795E3FA}" type="sibTrans" cxnId="{195AE86E-AA77-47F4-AFA2-0A54785F0A2E}">
      <dgm:prSet/>
      <dgm:spPr/>
      <dgm:t>
        <a:bodyPr/>
        <a:lstStyle/>
        <a:p>
          <a:endParaRPr lang="en-US"/>
        </a:p>
      </dgm:t>
    </dgm:pt>
    <dgm:pt modelId="{EB79C5C3-D87B-4B25-A45D-3FE41109711E}">
      <dgm:prSet/>
      <dgm:spPr/>
      <dgm:t>
        <a:bodyPr/>
        <a:lstStyle/>
        <a:p>
          <a:r>
            <a:rPr lang="en-US" b="0" i="0" baseline="0"/>
            <a:t>Support mental health and recovery time</a:t>
          </a:r>
          <a:endParaRPr lang="en-US"/>
        </a:p>
      </dgm:t>
    </dgm:pt>
    <dgm:pt modelId="{B2245BE0-BD1D-4F0B-BEE0-913C33EB6C47}" type="parTrans" cxnId="{E79BE3E3-923D-4BF1-805F-F863A9796D40}">
      <dgm:prSet/>
      <dgm:spPr/>
      <dgm:t>
        <a:bodyPr/>
        <a:lstStyle/>
        <a:p>
          <a:endParaRPr lang="en-US"/>
        </a:p>
      </dgm:t>
    </dgm:pt>
    <dgm:pt modelId="{86286B10-B321-4A2B-A446-3C140815E6C4}" type="sibTrans" cxnId="{E79BE3E3-923D-4BF1-805F-F863A9796D40}">
      <dgm:prSet/>
      <dgm:spPr/>
      <dgm:t>
        <a:bodyPr/>
        <a:lstStyle/>
        <a:p>
          <a:endParaRPr lang="en-US"/>
        </a:p>
      </dgm:t>
    </dgm:pt>
    <dgm:pt modelId="{D3543488-CC06-44D5-B769-402148102665}">
      <dgm:prSet/>
      <dgm:spPr/>
      <dgm:t>
        <a:bodyPr/>
        <a:lstStyle/>
        <a:p>
          <a:r>
            <a:rPr lang="en-US" b="0" i="0" baseline="0"/>
            <a:t>Rotate fairly across the team</a:t>
          </a:r>
          <a:endParaRPr lang="en-US"/>
        </a:p>
      </dgm:t>
    </dgm:pt>
    <dgm:pt modelId="{4EA27E33-B44A-4FAB-BD8C-349A0DE00BE2}" type="parTrans" cxnId="{D80B89B2-43B4-4C75-9372-87646CB73D2A}">
      <dgm:prSet/>
      <dgm:spPr/>
      <dgm:t>
        <a:bodyPr/>
        <a:lstStyle/>
        <a:p>
          <a:endParaRPr lang="en-US"/>
        </a:p>
      </dgm:t>
    </dgm:pt>
    <dgm:pt modelId="{8772E6E3-5C28-4E52-84FA-5A19C4B07913}" type="sibTrans" cxnId="{D80B89B2-43B4-4C75-9372-87646CB73D2A}">
      <dgm:prSet/>
      <dgm:spPr/>
      <dgm:t>
        <a:bodyPr/>
        <a:lstStyle/>
        <a:p>
          <a:endParaRPr lang="en-US"/>
        </a:p>
      </dgm:t>
    </dgm:pt>
    <dgm:pt modelId="{1C38FAE9-B97D-4FCB-9374-114E20360178}">
      <dgm:prSet/>
      <dgm:spPr/>
      <dgm:t>
        <a:bodyPr/>
        <a:lstStyle/>
        <a:p>
          <a:r>
            <a:rPr lang="en-US" b="0" i="0" baseline="0"/>
            <a:t>Good pager practices improve retention and performance</a:t>
          </a:r>
          <a:endParaRPr lang="en-US"/>
        </a:p>
      </dgm:t>
    </dgm:pt>
    <dgm:pt modelId="{1BEE7A11-2C72-462A-9440-690FE61EA2BB}" type="parTrans" cxnId="{FE25677E-A00F-4231-B8DB-27CF06472EAC}">
      <dgm:prSet/>
      <dgm:spPr/>
      <dgm:t>
        <a:bodyPr/>
        <a:lstStyle/>
        <a:p>
          <a:endParaRPr lang="en-US"/>
        </a:p>
      </dgm:t>
    </dgm:pt>
    <dgm:pt modelId="{034B6F7C-86EE-430A-9387-AD94BF9A98AC}" type="sibTrans" cxnId="{FE25677E-A00F-4231-B8DB-27CF06472EAC}">
      <dgm:prSet/>
      <dgm:spPr/>
      <dgm:t>
        <a:bodyPr/>
        <a:lstStyle/>
        <a:p>
          <a:endParaRPr lang="en-US"/>
        </a:p>
      </dgm:t>
    </dgm:pt>
    <dgm:pt modelId="{2FDC0353-71B2-4582-8202-07E938D190B1}" type="pres">
      <dgm:prSet presAssocID="{ACA36FF2-8A79-4B11-9243-380C4A462A1A}" presName="root" presStyleCnt="0">
        <dgm:presLayoutVars>
          <dgm:dir/>
          <dgm:resizeHandles val="exact"/>
        </dgm:presLayoutVars>
      </dgm:prSet>
      <dgm:spPr/>
    </dgm:pt>
    <dgm:pt modelId="{35CFC5A9-3B93-48D2-A0A5-1BF3FA510693}" type="pres">
      <dgm:prSet presAssocID="{0E4C11E1-2D1F-498B-A45E-6AD558C9E38C}" presName="compNode" presStyleCnt="0"/>
      <dgm:spPr/>
    </dgm:pt>
    <dgm:pt modelId="{2E7D47A3-06BE-40F2-B42D-1B806006A0EC}" type="pres">
      <dgm:prSet presAssocID="{0E4C11E1-2D1F-498B-A45E-6AD558C9E38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C1148A0B-C57D-4CE2-8427-91D4C379C171}" type="pres">
      <dgm:prSet presAssocID="{0E4C11E1-2D1F-498B-A45E-6AD558C9E38C}" presName="spaceRect" presStyleCnt="0"/>
      <dgm:spPr/>
    </dgm:pt>
    <dgm:pt modelId="{8924C664-9B42-4842-BB46-4C3573D6A40B}" type="pres">
      <dgm:prSet presAssocID="{0E4C11E1-2D1F-498B-A45E-6AD558C9E38C}" presName="textRect" presStyleLbl="revTx" presStyleIdx="0" presStyleCnt="4">
        <dgm:presLayoutVars>
          <dgm:chMax val="1"/>
          <dgm:chPref val="1"/>
        </dgm:presLayoutVars>
      </dgm:prSet>
      <dgm:spPr/>
    </dgm:pt>
    <dgm:pt modelId="{11E5E6A7-940E-4F15-AE9C-7F44BE5736DF}" type="pres">
      <dgm:prSet presAssocID="{18629C25-7B0C-43F1-8E2D-F0DC2795E3FA}" presName="sibTrans" presStyleCnt="0"/>
      <dgm:spPr/>
    </dgm:pt>
    <dgm:pt modelId="{CFB6F1EE-2393-4F20-A338-9D1D2DB2A62E}" type="pres">
      <dgm:prSet presAssocID="{EB79C5C3-D87B-4B25-A45D-3FE41109711E}" presName="compNode" presStyleCnt="0"/>
      <dgm:spPr/>
    </dgm:pt>
    <dgm:pt modelId="{BAE93646-C290-46C1-8AB3-D325D3C59C19}" type="pres">
      <dgm:prSet presAssocID="{EB79C5C3-D87B-4B25-A45D-3FE41109711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in in head"/>
        </a:ext>
      </dgm:extLst>
    </dgm:pt>
    <dgm:pt modelId="{E00B643F-FAA4-4B7A-9ED1-B0E31B420B5C}" type="pres">
      <dgm:prSet presAssocID="{EB79C5C3-D87B-4B25-A45D-3FE41109711E}" presName="spaceRect" presStyleCnt="0"/>
      <dgm:spPr/>
    </dgm:pt>
    <dgm:pt modelId="{2C249321-4276-4FAE-BD04-3B45DE22F574}" type="pres">
      <dgm:prSet presAssocID="{EB79C5C3-D87B-4B25-A45D-3FE41109711E}" presName="textRect" presStyleLbl="revTx" presStyleIdx="1" presStyleCnt="4">
        <dgm:presLayoutVars>
          <dgm:chMax val="1"/>
          <dgm:chPref val="1"/>
        </dgm:presLayoutVars>
      </dgm:prSet>
      <dgm:spPr/>
    </dgm:pt>
    <dgm:pt modelId="{8ACD1F7C-317B-4A1F-80B4-7CFE68601677}" type="pres">
      <dgm:prSet presAssocID="{86286B10-B321-4A2B-A446-3C140815E6C4}" presName="sibTrans" presStyleCnt="0"/>
      <dgm:spPr/>
    </dgm:pt>
    <dgm:pt modelId="{0618AA93-0DCF-4390-B454-20D2A726C2A3}" type="pres">
      <dgm:prSet presAssocID="{D3543488-CC06-44D5-B769-402148102665}" presName="compNode" presStyleCnt="0"/>
      <dgm:spPr/>
    </dgm:pt>
    <dgm:pt modelId="{084C365B-3C67-4DF4-ADCA-DD5345BBB344}" type="pres">
      <dgm:prSet presAssocID="{D3543488-CC06-44D5-B769-40214810266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E9A6C5CA-9673-47A7-A928-9BA14CF9C96D}" type="pres">
      <dgm:prSet presAssocID="{D3543488-CC06-44D5-B769-402148102665}" presName="spaceRect" presStyleCnt="0"/>
      <dgm:spPr/>
    </dgm:pt>
    <dgm:pt modelId="{DA47C348-9601-463A-B74A-352927A9BC54}" type="pres">
      <dgm:prSet presAssocID="{D3543488-CC06-44D5-B769-402148102665}" presName="textRect" presStyleLbl="revTx" presStyleIdx="2" presStyleCnt="4">
        <dgm:presLayoutVars>
          <dgm:chMax val="1"/>
          <dgm:chPref val="1"/>
        </dgm:presLayoutVars>
      </dgm:prSet>
      <dgm:spPr/>
    </dgm:pt>
    <dgm:pt modelId="{B87E2CF1-ED83-4BE5-8BA9-37FBB871906C}" type="pres">
      <dgm:prSet presAssocID="{8772E6E3-5C28-4E52-84FA-5A19C4B07913}" presName="sibTrans" presStyleCnt="0"/>
      <dgm:spPr/>
    </dgm:pt>
    <dgm:pt modelId="{4DA9384B-0D18-461C-B62B-458BF28C622F}" type="pres">
      <dgm:prSet presAssocID="{1C38FAE9-B97D-4FCB-9374-114E20360178}" presName="compNode" presStyleCnt="0"/>
      <dgm:spPr/>
    </dgm:pt>
    <dgm:pt modelId="{F00B6EC5-304A-43D0-8098-0919B252D1C5}" type="pres">
      <dgm:prSet presAssocID="{1C38FAE9-B97D-4FCB-9374-114E2036017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6023D6B4-EDD6-4098-A509-719C00E5C680}" type="pres">
      <dgm:prSet presAssocID="{1C38FAE9-B97D-4FCB-9374-114E20360178}" presName="spaceRect" presStyleCnt="0"/>
      <dgm:spPr/>
    </dgm:pt>
    <dgm:pt modelId="{F20D6C8B-ECE1-46C0-ACEB-70C73901B17A}" type="pres">
      <dgm:prSet presAssocID="{1C38FAE9-B97D-4FCB-9374-114E20360178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3560EB2E-849A-4E2A-B9A6-28DE6C770088}" type="presOf" srcId="{EB79C5C3-D87B-4B25-A45D-3FE41109711E}" destId="{2C249321-4276-4FAE-BD04-3B45DE22F574}" srcOrd="0" destOrd="0" presId="urn:microsoft.com/office/officeart/2018/2/layout/IconLabelList"/>
    <dgm:cxn modelId="{9F5C0844-DD83-4487-BC00-72A9FD32F952}" type="presOf" srcId="{ACA36FF2-8A79-4B11-9243-380C4A462A1A}" destId="{2FDC0353-71B2-4582-8202-07E938D190B1}" srcOrd="0" destOrd="0" presId="urn:microsoft.com/office/officeart/2018/2/layout/IconLabelList"/>
    <dgm:cxn modelId="{195AE86E-AA77-47F4-AFA2-0A54785F0A2E}" srcId="{ACA36FF2-8A79-4B11-9243-380C4A462A1A}" destId="{0E4C11E1-2D1F-498B-A45E-6AD558C9E38C}" srcOrd="0" destOrd="0" parTransId="{6E492C28-AEBC-4387-8A20-04F978678304}" sibTransId="{18629C25-7B0C-43F1-8E2D-F0DC2795E3FA}"/>
    <dgm:cxn modelId="{C4AFB570-F450-4A86-A6DE-200753569866}" type="presOf" srcId="{0E4C11E1-2D1F-498B-A45E-6AD558C9E38C}" destId="{8924C664-9B42-4842-BB46-4C3573D6A40B}" srcOrd="0" destOrd="0" presId="urn:microsoft.com/office/officeart/2018/2/layout/IconLabelList"/>
    <dgm:cxn modelId="{FE25677E-A00F-4231-B8DB-27CF06472EAC}" srcId="{ACA36FF2-8A79-4B11-9243-380C4A462A1A}" destId="{1C38FAE9-B97D-4FCB-9374-114E20360178}" srcOrd="3" destOrd="0" parTransId="{1BEE7A11-2C72-462A-9440-690FE61EA2BB}" sibTransId="{034B6F7C-86EE-430A-9387-AD94BF9A98AC}"/>
    <dgm:cxn modelId="{F9661FB2-00E8-4E95-BE9B-B66F4CA769D4}" type="presOf" srcId="{D3543488-CC06-44D5-B769-402148102665}" destId="{DA47C348-9601-463A-B74A-352927A9BC54}" srcOrd="0" destOrd="0" presId="urn:microsoft.com/office/officeart/2018/2/layout/IconLabelList"/>
    <dgm:cxn modelId="{D80B89B2-43B4-4C75-9372-87646CB73D2A}" srcId="{ACA36FF2-8A79-4B11-9243-380C4A462A1A}" destId="{D3543488-CC06-44D5-B769-402148102665}" srcOrd="2" destOrd="0" parTransId="{4EA27E33-B44A-4FAB-BD8C-349A0DE00BE2}" sibTransId="{8772E6E3-5C28-4E52-84FA-5A19C4B07913}"/>
    <dgm:cxn modelId="{2CB6F9C3-21FB-47CD-8766-4435AEB90A19}" type="presOf" srcId="{1C38FAE9-B97D-4FCB-9374-114E20360178}" destId="{F20D6C8B-ECE1-46C0-ACEB-70C73901B17A}" srcOrd="0" destOrd="0" presId="urn:microsoft.com/office/officeart/2018/2/layout/IconLabelList"/>
    <dgm:cxn modelId="{E79BE3E3-923D-4BF1-805F-F863A9796D40}" srcId="{ACA36FF2-8A79-4B11-9243-380C4A462A1A}" destId="{EB79C5C3-D87B-4B25-A45D-3FE41109711E}" srcOrd="1" destOrd="0" parTransId="{B2245BE0-BD1D-4F0B-BEE0-913C33EB6C47}" sibTransId="{86286B10-B321-4A2B-A446-3C140815E6C4}"/>
    <dgm:cxn modelId="{8BA832B7-300A-42E6-98B9-CC5DB2AFC45D}" type="presParOf" srcId="{2FDC0353-71B2-4582-8202-07E938D190B1}" destId="{35CFC5A9-3B93-48D2-A0A5-1BF3FA510693}" srcOrd="0" destOrd="0" presId="urn:microsoft.com/office/officeart/2018/2/layout/IconLabelList"/>
    <dgm:cxn modelId="{453D825A-6C97-4D81-948E-BD10E47D61B8}" type="presParOf" srcId="{35CFC5A9-3B93-48D2-A0A5-1BF3FA510693}" destId="{2E7D47A3-06BE-40F2-B42D-1B806006A0EC}" srcOrd="0" destOrd="0" presId="urn:microsoft.com/office/officeart/2018/2/layout/IconLabelList"/>
    <dgm:cxn modelId="{D71293AC-1A12-49FA-B586-B180770ECB59}" type="presParOf" srcId="{35CFC5A9-3B93-48D2-A0A5-1BF3FA510693}" destId="{C1148A0B-C57D-4CE2-8427-91D4C379C171}" srcOrd="1" destOrd="0" presId="urn:microsoft.com/office/officeart/2018/2/layout/IconLabelList"/>
    <dgm:cxn modelId="{D3835483-BC88-4D4C-840D-95353216EF89}" type="presParOf" srcId="{35CFC5A9-3B93-48D2-A0A5-1BF3FA510693}" destId="{8924C664-9B42-4842-BB46-4C3573D6A40B}" srcOrd="2" destOrd="0" presId="urn:microsoft.com/office/officeart/2018/2/layout/IconLabelList"/>
    <dgm:cxn modelId="{BAA2839A-ABD2-49D2-B06D-9BBE79AB0FC6}" type="presParOf" srcId="{2FDC0353-71B2-4582-8202-07E938D190B1}" destId="{11E5E6A7-940E-4F15-AE9C-7F44BE5736DF}" srcOrd="1" destOrd="0" presId="urn:microsoft.com/office/officeart/2018/2/layout/IconLabelList"/>
    <dgm:cxn modelId="{BAF84E2C-757B-45FA-AF65-5EBB4114D461}" type="presParOf" srcId="{2FDC0353-71B2-4582-8202-07E938D190B1}" destId="{CFB6F1EE-2393-4F20-A338-9D1D2DB2A62E}" srcOrd="2" destOrd="0" presId="urn:microsoft.com/office/officeart/2018/2/layout/IconLabelList"/>
    <dgm:cxn modelId="{A726EC7A-809A-4028-9689-46AD5A3BAD1C}" type="presParOf" srcId="{CFB6F1EE-2393-4F20-A338-9D1D2DB2A62E}" destId="{BAE93646-C290-46C1-8AB3-D325D3C59C19}" srcOrd="0" destOrd="0" presId="urn:microsoft.com/office/officeart/2018/2/layout/IconLabelList"/>
    <dgm:cxn modelId="{C1E94B95-CCC6-45CE-8579-CC9B6786BA41}" type="presParOf" srcId="{CFB6F1EE-2393-4F20-A338-9D1D2DB2A62E}" destId="{E00B643F-FAA4-4B7A-9ED1-B0E31B420B5C}" srcOrd="1" destOrd="0" presId="urn:microsoft.com/office/officeart/2018/2/layout/IconLabelList"/>
    <dgm:cxn modelId="{3C682C67-ACF8-405E-8D65-60776B82ADDE}" type="presParOf" srcId="{CFB6F1EE-2393-4F20-A338-9D1D2DB2A62E}" destId="{2C249321-4276-4FAE-BD04-3B45DE22F574}" srcOrd="2" destOrd="0" presId="urn:microsoft.com/office/officeart/2018/2/layout/IconLabelList"/>
    <dgm:cxn modelId="{2F235FDD-433B-45BD-8405-E4958EC1935B}" type="presParOf" srcId="{2FDC0353-71B2-4582-8202-07E938D190B1}" destId="{8ACD1F7C-317B-4A1F-80B4-7CFE68601677}" srcOrd="3" destOrd="0" presId="urn:microsoft.com/office/officeart/2018/2/layout/IconLabelList"/>
    <dgm:cxn modelId="{B871AF42-063C-442E-BE62-58A67179D1C1}" type="presParOf" srcId="{2FDC0353-71B2-4582-8202-07E938D190B1}" destId="{0618AA93-0DCF-4390-B454-20D2A726C2A3}" srcOrd="4" destOrd="0" presId="urn:microsoft.com/office/officeart/2018/2/layout/IconLabelList"/>
    <dgm:cxn modelId="{990EB3A9-5AE7-4CCD-8FD5-2659E6F4474F}" type="presParOf" srcId="{0618AA93-0DCF-4390-B454-20D2A726C2A3}" destId="{084C365B-3C67-4DF4-ADCA-DD5345BBB344}" srcOrd="0" destOrd="0" presId="urn:microsoft.com/office/officeart/2018/2/layout/IconLabelList"/>
    <dgm:cxn modelId="{0043114B-A3B0-41BC-864A-E24A9FDBED09}" type="presParOf" srcId="{0618AA93-0DCF-4390-B454-20D2A726C2A3}" destId="{E9A6C5CA-9673-47A7-A928-9BA14CF9C96D}" srcOrd="1" destOrd="0" presId="urn:microsoft.com/office/officeart/2018/2/layout/IconLabelList"/>
    <dgm:cxn modelId="{F3149C06-BA5E-41E0-B90F-8274AD6651CA}" type="presParOf" srcId="{0618AA93-0DCF-4390-B454-20D2A726C2A3}" destId="{DA47C348-9601-463A-B74A-352927A9BC54}" srcOrd="2" destOrd="0" presId="urn:microsoft.com/office/officeart/2018/2/layout/IconLabelList"/>
    <dgm:cxn modelId="{B348163E-9BD0-4CBB-9F4E-57296CC96EAC}" type="presParOf" srcId="{2FDC0353-71B2-4582-8202-07E938D190B1}" destId="{B87E2CF1-ED83-4BE5-8BA9-37FBB871906C}" srcOrd="5" destOrd="0" presId="urn:microsoft.com/office/officeart/2018/2/layout/IconLabelList"/>
    <dgm:cxn modelId="{9E1030BC-CB00-4CA3-8300-E51451DB9189}" type="presParOf" srcId="{2FDC0353-71B2-4582-8202-07E938D190B1}" destId="{4DA9384B-0D18-461C-B62B-458BF28C622F}" srcOrd="6" destOrd="0" presId="urn:microsoft.com/office/officeart/2018/2/layout/IconLabelList"/>
    <dgm:cxn modelId="{4A5F1E1A-6951-4530-B794-F46935A8AB2C}" type="presParOf" srcId="{4DA9384B-0D18-461C-B62B-458BF28C622F}" destId="{F00B6EC5-304A-43D0-8098-0919B252D1C5}" srcOrd="0" destOrd="0" presId="urn:microsoft.com/office/officeart/2018/2/layout/IconLabelList"/>
    <dgm:cxn modelId="{57EA9479-1A97-46A5-852D-A033C0AAA487}" type="presParOf" srcId="{4DA9384B-0D18-461C-B62B-458BF28C622F}" destId="{6023D6B4-EDD6-4098-A509-719C00E5C680}" srcOrd="1" destOrd="0" presId="urn:microsoft.com/office/officeart/2018/2/layout/IconLabelList"/>
    <dgm:cxn modelId="{46539D8D-7A48-4704-827D-CA235BE9D280}" type="presParOf" srcId="{4DA9384B-0D18-461C-B62B-458BF28C622F}" destId="{F20D6C8B-ECE1-46C0-ACEB-70C73901B17A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DB8E99A6-D311-4330-B308-2CEFAB21970B}" type="doc">
      <dgm:prSet loTypeId="urn:microsoft.com/office/officeart/2008/layout/LinedList" loCatId="list" qsTypeId="urn:microsoft.com/office/officeart/2005/8/quickstyle/simple3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AA10EABC-00C5-448D-B0AE-06A3B201E2FB}">
      <dgm:prSet/>
      <dgm:spPr/>
      <dgm:t>
        <a:bodyPr/>
        <a:lstStyle/>
        <a:p>
          <a:r>
            <a:rPr lang="en-US"/>
            <a:t>PagerDuty. (n.d.). </a:t>
          </a:r>
          <a:r>
            <a:rPr lang="en-US" i="1"/>
            <a:t>On-Call Rotations and Schedules</a:t>
          </a:r>
          <a:r>
            <a:rPr lang="en-US"/>
            <a:t>. Retrieved February 8, 2026, from </a:t>
          </a:r>
          <a:r>
            <a:rPr lang="en-US">
              <a:hlinkClick xmlns:r="http://schemas.openxmlformats.org/officeDocument/2006/relationships" r:id="rId1"/>
            </a:rPr>
            <a:t>https://www.pagerduty.com/resources/incident-management-response/learn/call-rotations-schedules/</a:t>
          </a:r>
          <a:r>
            <a:rPr lang="en-US"/>
            <a:t> </a:t>
          </a:r>
        </a:p>
      </dgm:t>
    </dgm:pt>
    <dgm:pt modelId="{0DE0D66B-CFFF-4112-8E3F-98C0062605A5}" type="parTrans" cxnId="{B39986C5-3E87-450C-A450-6CF426603D49}">
      <dgm:prSet/>
      <dgm:spPr/>
      <dgm:t>
        <a:bodyPr/>
        <a:lstStyle/>
        <a:p>
          <a:endParaRPr lang="en-US"/>
        </a:p>
      </dgm:t>
    </dgm:pt>
    <dgm:pt modelId="{FEFAF660-DF60-43A3-977C-D73537351B31}" type="sibTrans" cxnId="{B39986C5-3E87-450C-A450-6CF426603D49}">
      <dgm:prSet/>
      <dgm:spPr/>
      <dgm:t>
        <a:bodyPr/>
        <a:lstStyle/>
        <a:p>
          <a:endParaRPr lang="en-US"/>
        </a:p>
      </dgm:t>
    </dgm:pt>
    <dgm:pt modelId="{3E8A553B-C5C6-4FDD-B664-5BC3F9818213}">
      <dgm:prSet/>
      <dgm:spPr/>
      <dgm:t>
        <a:bodyPr/>
        <a:lstStyle/>
        <a:p>
          <a:r>
            <a:rPr lang="en-US"/>
            <a:t>Medium. (2023). </a:t>
          </a:r>
          <a:r>
            <a:rPr lang="en-US" i="1"/>
            <a:t>On-Call Rotation: A Complete Guide to Best Practices</a:t>
          </a:r>
          <a:r>
            <a:rPr lang="en-US"/>
            <a:t>. Retrieved February 8, 2026, from https://medium.com/@squadcast/on-call-rotation-a-complete-guide-to-best-practices-997b0da54499 </a:t>
          </a:r>
        </a:p>
      </dgm:t>
    </dgm:pt>
    <dgm:pt modelId="{62D7A2AE-FEBF-4B1C-B7C1-5D96FEA0DCFD}" type="parTrans" cxnId="{74F0D513-A7B7-4F1C-8341-886A00F52024}">
      <dgm:prSet/>
      <dgm:spPr/>
      <dgm:t>
        <a:bodyPr/>
        <a:lstStyle/>
        <a:p>
          <a:endParaRPr lang="en-US"/>
        </a:p>
      </dgm:t>
    </dgm:pt>
    <dgm:pt modelId="{3D15C857-5B17-4B56-82FB-4AC25C225ABB}" type="sibTrans" cxnId="{74F0D513-A7B7-4F1C-8341-886A00F52024}">
      <dgm:prSet/>
      <dgm:spPr/>
      <dgm:t>
        <a:bodyPr/>
        <a:lstStyle/>
        <a:p>
          <a:endParaRPr lang="en-US"/>
        </a:p>
      </dgm:t>
    </dgm:pt>
    <dgm:pt modelId="{67B2D887-3BA7-4F30-9E7F-CF92F57874B9}">
      <dgm:prSet/>
      <dgm:spPr/>
      <dgm:t>
        <a:bodyPr/>
        <a:lstStyle/>
        <a:p>
          <a:r>
            <a:rPr lang="en-US"/>
            <a:t>Atlassian. (n.d.). </a:t>
          </a:r>
          <a:r>
            <a:rPr lang="en-US" i="1"/>
            <a:t>A manager’s guide to improving on-call</a:t>
          </a:r>
          <a:r>
            <a:rPr lang="en-US"/>
            <a:t>. Retrieved February 8, 2026, from </a:t>
          </a:r>
          <a:r>
            <a:rPr lang="en-US">
              <a:hlinkClick xmlns:r="http://schemas.openxmlformats.org/officeDocument/2006/relationships" r:id="rId2"/>
            </a:rPr>
            <a:t>https://www.atlassian.com/incident-management/on-call/improving-on-call</a:t>
          </a:r>
          <a:r>
            <a:rPr lang="en-US"/>
            <a:t> </a:t>
          </a:r>
        </a:p>
      </dgm:t>
    </dgm:pt>
    <dgm:pt modelId="{6AF6D770-1B03-4477-A85B-6C2866393BF3}" type="parTrans" cxnId="{09B70F1F-B41D-4D4D-890B-A09C81455AEF}">
      <dgm:prSet/>
      <dgm:spPr/>
      <dgm:t>
        <a:bodyPr/>
        <a:lstStyle/>
        <a:p>
          <a:endParaRPr lang="en-US"/>
        </a:p>
      </dgm:t>
    </dgm:pt>
    <dgm:pt modelId="{64100CFE-AF7F-4BB0-9B2D-7D0978DA62BC}" type="sibTrans" cxnId="{09B70F1F-B41D-4D4D-890B-A09C81455AEF}">
      <dgm:prSet/>
      <dgm:spPr/>
      <dgm:t>
        <a:bodyPr/>
        <a:lstStyle/>
        <a:p>
          <a:endParaRPr lang="en-US"/>
        </a:p>
      </dgm:t>
    </dgm:pt>
    <dgm:pt modelId="{63A2D65B-E77D-4991-BD79-AD492E70219E}" type="pres">
      <dgm:prSet presAssocID="{DB8E99A6-D311-4330-B308-2CEFAB21970B}" presName="vert0" presStyleCnt="0">
        <dgm:presLayoutVars>
          <dgm:dir/>
          <dgm:animOne val="branch"/>
          <dgm:animLvl val="lvl"/>
        </dgm:presLayoutVars>
      </dgm:prSet>
      <dgm:spPr/>
    </dgm:pt>
    <dgm:pt modelId="{B51E3E63-1D64-431C-8478-13CD32BC2151}" type="pres">
      <dgm:prSet presAssocID="{AA10EABC-00C5-448D-B0AE-06A3B201E2FB}" presName="thickLine" presStyleLbl="alignNode1" presStyleIdx="0" presStyleCnt="3"/>
      <dgm:spPr/>
    </dgm:pt>
    <dgm:pt modelId="{6765BEBD-3CB6-4569-AD34-6CAB8C9EF67E}" type="pres">
      <dgm:prSet presAssocID="{AA10EABC-00C5-448D-B0AE-06A3B201E2FB}" presName="horz1" presStyleCnt="0"/>
      <dgm:spPr/>
    </dgm:pt>
    <dgm:pt modelId="{8E74E0C2-3154-403D-AF37-7943B1E9F1CD}" type="pres">
      <dgm:prSet presAssocID="{AA10EABC-00C5-448D-B0AE-06A3B201E2FB}" presName="tx1" presStyleLbl="revTx" presStyleIdx="0" presStyleCnt="3"/>
      <dgm:spPr/>
    </dgm:pt>
    <dgm:pt modelId="{B9668240-AA96-4B91-AB0A-2A860F1994C6}" type="pres">
      <dgm:prSet presAssocID="{AA10EABC-00C5-448D-B0AE-06A3B201E2FB}" presName="vert1" presStyleCnt="0"/>
      <dgm:spPr/>
    </dgm:pt>
    <dgm:pt modelId="{39782E1F-B5A6-43C4-ABA6-4015E6542400}" type="pres">
      <dgm:prSet presAssocID="{3E8A553B-C5C6-4FDD-B664-5BC3F9818213}" presName="thickLine" presStyleLbl="alignNode1" presStyleIdx="1" presStyleCnt="3"/>
      <dgm:spPr/>
    </dgm:pt>
    <dgm:pt modelId="{DD2B62FE-6371-485D-92B7-10E55BC28380}" type="pres">
      <dgm:prSet presAssocID="{3E8A553B-C5C6-4FDD-B664-5BC3F9818213}" presName="horz1" presStyleCnt="0"/>
      <dgm:spPr/>
    </dgm:pt>
    <dgm:pt modelId="{9E2BD992-CCFD-48A9-9816-C6A653E676CE}" type="pres">
      <dgm:prSet presAssocID="{3E8A553B-C5C6-4FDD-B664-5BC3F9818213}" presName="tx1" presStyleLbl="revTx" presStyleIdx="1" presStyleCnt="3"/>
      <dgm:spPr/>
    </dgm:pt>
    <dgm:pt modelId="{9A155AB7-17E3-40E2-BCEB-3A77FB812DA1}" type="pres">
      <dgm:prSet presAssocID="{3E8A553B-C5C6-4FDD-B664-5BC3F9818213}" presName="vert1" presStyleCnt="0"/>
      <dgm:spPr/>
    </dgm:pt>
    <dgm:pt modelId="{DE594FB5-3605-4BB5-88A9-8ABEC0234C72}" type="pres">
      <dgm:prSet presAssocID="{67B2D887-3BA7-4F30-9E7F-CF92F57874B9}" presName="thickLine" presStyleLbl="alignNode1" presStyleIdx="2" presStyleCnt="3"/>
      <dgm:spPr/>
    </dgm:pt>
    <dgm:pt modelId="{FF76E659-ECBD-498E-856D-C8BD49FD0ED1}" type="pres">
      <dgm:prSet presAssocID="{67B2D887-3BA7-4F30-9E7F-CF92F57874B9}" presName="horz1" presStyleCnt="0"/>
      <dgm:spPr/>
    </dgm:pt>
    <dgm:pt modelId="{1D593778-5B32-42FF-899B-E35AF7C8AC62}" type="pres">
      <dgm:prSet presAssocID="{67B2D887-3BA7-4F30-9E7F-CF92F57874B9}" presName="tx1" presStyleLbl="revTx" presStyleIdx="2" presStyleCnt="3"/>
      <dgm:spPr/>
    </dgm:pt>
    <dgm:pt modelId="{E028DEB4-F50F-4751-BC26-B053E5CD4213}" type="pres">
      <dgm:prSet presAssocID="{67B2D887-3BA7-4F30-9E7F-CF92F57874B9}" presName="vert1" presStyleCnt="0"/>
      <dgm:spPr/>
    </dgm:pt>
  </dgm:ptLst>
  <dgm:cxnLst>
    <dgm:cxn modelId="{74F0D513-A7B7-4F1C-8341-886A00F52024}" srcId="{DB8E99A6-D311-4330-B308-2CEFAB21970B}" destId="{3E8A553B-C5C6-4FDD-B664-5BC3F9818213}" srcOrd="1" destOrd="0" parTransId="{62D7A2AE-FEBF-4B1C-B7C1-5D96FEA0DCFD}" sibTransId="{3D15C857-5B17-4B56-82FB-4AC25C225ABB}"/>
    <dgm:cxn modelId="{09B70F1F-B41D-4D4D-890B-A09C81455AEF}" srcId="{DB8E99A6-D311-4330-B308-2CEFAB21970B}" destId="{67B2D887-3BA7-4F30-9E7F-CF92F57874B9}" srcOrd="2" destOrd="0" parTransId="{6AF6D770-1B03-4477-A85B-6C2866393BF3}" sibTransId="{64100CFE-AF7F-4BB0-9B2D-7D0978DA62BC}"/>
    <dgm:cxn modelId="{6B91276B-AF69-469A-BC21-645AC484EB05}" type="presOf" srcId="{DB8E99A6-D311-4330-B308-2CEFAB21970B}" destId="{63A2D65B-E77D-4991-BD79-AD492E70219E}" srcOrd="0" destOrd="0" presId="urn:microsoft.com/office/officeart/2008/layout/LinedList"/>
    <dgm:cxn modelId="{B39986C5-3E87-450C-A450-6CF426603D49}" srcId="{DB8E99A6-D311-4330-B308-2CEFAB21970B}" destId="{AA10EABC-00C5-448D-B0AE-06A3B201E2FB}" srcOrd="0" destOrd="0" parTransId="{0DE0D66B-CFFF-4112-8E3F-98C0062605A5}" sibTransId="{FEFAF660-DF60-43A3-977C-D73537351B31}"/>
    <dgm:cxn modelId="{2A0B51CF-35B7-4B14-A8AF-CD0E7DE0E5F2}" type="presOf" srcId="{3E8A553B-C5C6-4FDD-B664-5BC3F9818213}" destId="{9E2BD992-CCFD-48A9-9816-C6A653E676CE}" srcOrd="0" destOrd="0" presId="urn:microsoft.com/office/officeart/2008/layout/LinedList"/>
    <dgm:cxn modelId="{D51E58E6-2B6F-4070-AB5A-680D1B826FEB}" type="presOf" srcId="{AA10EABC-00C5-448D-B0AE-06A3B201E2FB}" destId="{8E74E0C2-3154-403D-AF37-7943B1E9F1CD}" srcOrd="0" destOrd="0" presId="urn:microsoft.com/office/officeart/2008/layout/LinedList"/>
    <dgm:cxn modelId="{C152C3EE-968F-490F-9132-1C2BBE39BD17}" type="presOf" srcId="{67B2D887-3BA7-4F30-9E7F-CF92F57874B9}" destId="{1D593778-5B32-42FF-899B-E35AF7C8AC62}" srcOrd="0" destOrd="0" presId="urn:microsoft.com/office/officeart/2008/layout/LinedList"/>
    <dgm:cxn modelId="{1B99EA00-B08E-4B22-9D70-8F282513AB7E}" type="presParOf" srcId="{63A2D65B-E77D-4991-BD79-AD492E70219E}" destId="{B51E3E63-1D64-431C-8478-13CD32BC2151}" srcOrd="0" destOrd="0" presId="urn:microsoft.com/office/officeart/2008/layout/LinedList"/>
    <dgm:cxn modelId="{A859DC4E-51A5-4140-BB36-FD92CE1E5AA8}" type="presParOf" srcId="{63A2D65B-E77D-4991-BD79-AD492E70219E}" destId="{6765BEBD-3CB6-4569-AD34-6CAB8C9EF67E}" srcOrd="1" destOrd="0" presId="urn:microsoft.com/office/officeart/2008/layout/LinedList"/>
    <dgm:cxn modelId="{0F71754B-1AFB-428F-9550-A1D4399CFDEA}" type="presParOf" srcId="{6765BEBD-3CB6-4569-AD34-6CAB8C9EF67E}" destId="{8E74E0C2-3154-403D-AF37-7943B1E9F1CD}" srcOrd="0" destOrd="0" presId="urn:microsoft.com/office/officeart/2008/layout/LinedList"/>
    <dgm:cxn modelId="{5A4F07E1-337A-4CA0-97E9-37033573D76F}" type="presParOf" srcId="{6765BEBD-3CB6-4569-AD34-6CAB8C9EF67E}" destId="{B9668240-AA96-4B91-AB0A-2A860F1994C6}" srcOrd="1" destOrd="0" presId="urn:microsoft.com/office/officeart/2008/layout/LinedList"/>
    <dgm:cxn modelId="{EAE84D8F-604E-402E-9698-83833EEBA40C}" type="presParOf" srcId="{63A2D65B-E77D-4991-BD79-AD492E70219E}" destId="{39782E1F-B5A6-43C4-ABA6-4015E6542400}" srcOrd="2" destOrd="0" presId="urn:microsoft.com/office/officeart/2008/layout/LinedList"/>
    <dgm:cxn modelId="{A1133A6B-2215-4F9A-A286-BCD109583255}" type="presParOf" srcId="{63A2D65B-E77D-4991-BD79-AD492E70219E}" destId="{DD2B62FE-6371-485D-92B7-10E55BC28380}" srcOrd="3" destOrd="0" presId="urn:microsoft.com/office/officeart/2008/layout/LinedList"/>
    <dgm:cxn modelId="{2C67A971-4D92-45E9-9BDD-E2425F506EEC}" type="presParOf" srcId="{DD2B62FE-6371-485D-92B7-10E55BC28380}" destId="{9E2BD992-CCFD-48A9-9816-C6A653E676CE}" srcOrd="0" destOrd="0" presId="urn:microsoft.com/office/officeart/2008/layout/LinedList"/>
    <dgm:cxn modelId="{DF7F7CE4-03B6-46FE-9040-8424FDB351FC}" type="presParOf" srcId="{DD2B62FE-6371-485D-92B7-10E55BC28380}" destId="{9A155AB7-17E3-40E2-BCEB-3A77FB812DA1}" srcOrd="1" destOrd="0" presId="urn:microsoft.com/office/officeart/2008/layout/LinedList"/>
    <dgm:cxn modelId="{6EC2C114-FB2F-451F-945A-B1E7B0AC9DF2}" type="presParOf" srcId="{63A2D65B-E77D-4991-BD79-AD492E70219E}" destId="{DE594FB5-3605-4BB5-88A9-8ABEC0234C72}" srcOrd="4" destOrd="0" presId="urn:microsoft.com/office/officeart/2008/layout/LinedList"/>
    <dgm:cxn modelId="{78B5AB0B-7868-4552-8C42-CCEE99DAD4D7}" type="presParOf" srcId="{63A2D65B-E77D-4991-BD79-AD492E70219E}" destId="{FF76E659-ECBD-498E-856D-C8BD49FD0ED1}" srcOrd="5" destOrd="0" presId="urn:microsoft.com/office/officeart/2008/layout/LinedList"/>
    <dgm:cxn modelId="{08174FC4-0313-4D7F-A5BF-DC71221399AD}" type="presParOf" srcId="{FF76E659-ECBD-498E-856D-C8BD49FD0ED1}" destId="{1D593778-5B32-42FF-899B-E35AF7C8AC62}" srcOrd="0" destOrd="0" presId="urn:microsoft.com/office/officeart/2008/layout/LinedList"/>
    <dgm:cxn modelId="{940B388E-8F14-4891-A3F3-26335071ACA2}" type="presParOf" srcId="{FF76E659-ECBD-498E-856D-C8BD49FD0ED1}" destId="{E028DEB4-F50F-4751-BC26-B053E5CD421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9C1C93-F11D-4391-AF0C-9A64E077C907}">
      <dsp:nvSpPr>
        <dsp:cNvPr id="0" name=""/>
        <dsp:cNvSpPr/>
      </dsp:nvSpPr>
      <dsp:spPr>
        <a:xfrm>
          <a:off x="838" y="0"/>
          <a:ext cx="3394509" cy="3587750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35302" tIns="0" rIns="335302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baseline="0"/>
            <a:t>Pager rotation assigns on call responsibility for system incidents</a:t>
          </a:r>
          <a:endParaRPr lang="en-US" sz="2600" kern="1200"/>
        </a:p>
      </dsp:txBody>
      <dsp:txXfrm>
        <a:off x="838" y="1435100"/>
        <a:ext cx="3394509" cy="2152650"/>
      </dsp:txXfrm>
    </dsp:sp>
    <dsp:sp modelId="{E0DE3191-F170-4ED5-AAAA-15B9DC02E6FC}">
      <dsp:nvSpPr>
        <dsp:cNvPr id="0" name=""/>
        <dsp:cNvSpPr/>
      </dsp:nvSpPr>
      <dsp:spPr>
        <a:xfrm>
          <a:off x="838" y="0"/>
          <a:ext cx="3394509" cy="1435100"/>
        </a:xfrm>
        <a:prstGeom prst="rect">
          <a:avLst/>
        </a:prstGeom>
        <a:noFill/>
        <a:ln w="6350" cap="flat" cmpd="sng" algn="ctr">
          <a:noFill/>
          <a:prstDash val="solid"/>
          <a:miter lim="800000"/>
        </a:ln>
        <a:effectLst/>
        <a:sp3d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35302" tIns="165100" rIns="335302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01</a:t>
          </a:r>
        </a:p>
      </dsp:txBody>
      <dsp:txXfrm>
        <a:off x="838" y="0"/>
        <a:ext cx="3394509" cy="1435100"/>
      </dsp:txXfrm>
    </dsp:sp>
    <dsp:sp modelId="{EDDBD264-7291-427C-92CA-CC8E45A5B64D}">
      <dsp:nvSpPr>
        <dsp:cNvPr id="0" name=""/>
        <dsp:cNvSpPr/>
      </dsp:nvSpPr>
      <dsp:spPr>
        <a:xfrm>
          <a:off x="3666907" y="0"/>
          <a:ext cx="3394509" cy="3587750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35302" tIns="0" rIns="335302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baseline="0"/>
            <a:t>Ensures someone is always available to respond to outages</a:t>
          </a:r>
          <a:endParaRPr lang="en-US" sz="2600" kern="1200"/>
        </a:p>
      </dsp:txBody>
      <dsp:txXfrm>
        <a:off x="3666907" y="1435100"/>
        <a:ext cx="3394509" cy="2152650"/>
      </dsp:txXfrm>
    </dsp:sp>
    <dsp:sp modelId="{1631795E-D672-42E7-9FEE-E8FDB67901D1}">
      <dsp:nvSpPr>
        <dsp:cNvPr id="0" name=""/>
        <dsp:cNvSpPr/>
      </dsp:nvSpPr>
      <dsp:spPr>
        <a:xfrm>
          <a:off x="3666907" y="0"/>
          <a:ext cx="3394509" cy="1435100"/>
        </a:xfrm>
        <a:prstGeom prst="rect">
          <a:avLst/>
        </a:prstGeom>
        <a:noFill/>
        <a:ln w="6350" cap="flat" cmpd="sng" algn="ctr">
          <a:noFill/>
          <a:prstDash val="solid"/>
          <a:miter lim="800000"/>
        </a:ln>
        <a:effectLst/>
        <a:sp3d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35302" tIns="165100" rIns="335302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02</a:t>
          </a:r>
        </a:p>
      </dsp:txBody>
      <dsp:txXfrm>
        <a:off x="3666907" y="0"/>
        <a:ext cx="3394509" cy="1435100"/>
      </dsp:txXfrm>
    </dsp:sp>
    <dsp:sp modelId="{568FB499-B5A7-41AD-BD9F-927A93EE653B}">
      <dsp:nvSpPr>
        <dsp:cNvPr id="0" name=""/>
        <dsp:cNvSpPr/>
      </dsp:nvSpPr>
      <dsp:spPr>
        <a:xfrm>
          <a:off x="7332977" y="0"/>
          <a:ext cx="3394509" cy="3587750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35302" tIns="0" rIns="335302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baseline="0"/>
            <a:t>Critical for reliability in modern, always on systems</a:t>
          </a:r>
          <a:endParaRPr lang="en-US" sz="2600" kern="1200"/>
        </a:p>
      </dsp:txBody>
      <dsp:txXfrm>
        <a:off x="7332977" y="1435100"/>
        <a:ext cx="3394509" cy="2152650"/>
      </dsp:txXfrm>
    </dsp:sp>
    <dsp:sp modelId="{18F9268E-96B6-4EE2-8F7A-3687394BE99D}">
      <dsp:nvSpPr>
        <dsp:cNvPr id="0" name=""/>
        <dsp:cNvSpPr/>
      </dsp:nvSpPr>
      <dsp:spPr>
        <a:xfrm>
          <a:off x="7332977" y="0"/>
          <a:ext cx="3394509" cy="1435100"/>
        </a:xfrm>
        <a:prstGeom prst="rect">
          <a:avLst/>
        </a:prstGeom>
        <a:noFill/>
        <a:ln w="6350" cap="flat" cmpd="sng" algn="ctr">
          <a:noFill/>
          <a:prstDash val="solid"/>
          <a:miter lim="800000"/>
        </a:ln>
        <a:effectLst/>
        <a:sp3d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35302" tIns="165100" rIns="335302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03</a:t>
          </a:r>
        </a:p>
      </dsp:txBody>
      <dsp:txXfrm>
        <a:off x="7332977" y="0"/>
        <a:ext cx="3394509" cy="14351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24B356-86E4-482B-8F31-ACFA18FDB1E4}">
      <dsp:nvSpPr>
        <dsp:cNvPr id="0" name=""/>
        <dsp:cNvSpPr/>
      </dsp:nvSpPr>
      <dsp:spPr>
        <a:xfrm>
          <a:off x="0" y="2245"/>
          <a:ext cx="6188689" cy="113786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62593F-5EC5-425B-BB6E-3FF2AD5B933C}">
      <dsp:nvSpPr>
        <dsp:cNvPr id="0" name=""/>
        <dsp:cNvSpPr/>
      </dsp:nvSpPr>
      <dsp:spPr>
        <a:xfrm>
          <a:off x="344203" y="258264"/>
          <a:ext cx="625824" cy="62582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26F25C-0675-4E29-A062-B2829BAC9C55}">
      <dsp:nvSpPr>
        <dsp:cNvPr id="0" name=""/>
        <dsp:cNvSpPr/>
      </dsp:nvSpPr>
      <dsp:spPr>
        <a:xfrm>
          <a:off x="1314230" y="2245"/>
          <a:ext cx="4874458" cy="11378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424" tIns="120424" rIns="120424" bIns="120424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Prevents downtime from lasting longer than necessary</a:t>
          </a:r>
          <a:endParaRPr lang="en-US" sz="2200" kern="1200"/>
        </a:p>
      </dsp:txBody>
      <dsp:txXfrm>
        <a:off x="1314230" y="2245"/>
        <a:ext cx="4874458" cy="1137862"/>
      </dsp:txXfrm>
    </dsp:sp>
    <dsp:sp modelId="{E37C5759-9008-40D3-A518-22B20302938E}">
      <dsp:nvSpPr>
        <dsp:cNvPr id="0" name=""/>
        <dsp:cNvSpPr/>
      </dsp:nvSpPr>
      <dsp:spPr>
        <a:xfrm>
          <a:off x="0" y="1424572"/>
          <a:ext cx="6188689" cy="113786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7BC2D0-4CAB-44E8-8B23-85D5663DDD31}">
      <dsp:nvSpPr>
        <dsp:cNvPr id="0" name=""/>
        <dsp:cNvSpPr/>
      </dsp:nvSpPr>
      <dsp:spPr>
        <a:xfrm>
          <a:off x="344203" y="1680591"/>
          <a:ext cx="625824" cy="62582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99B911-B85E-4E8A-A06C-71513114D26D}">
      <dsp:nvSpPr>
        <dsp:cNvPr id="0" name=""/>
        <dsp:cNvSpPr/>
      </dsp:nvSpPr>
      <dsp:spPr>
        <a:xfrm>
          <a:off x="1314230" y="1424572"/>
          <a:ext cx="4874458" cy="11378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424" tIns="120424" rIns="120424" bIns="120424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Improves response time to incidents</a:t>
          </a:r>
          <a:endParaRPr lang="en-US" sz="2200" kern="1200"/>
        </a:p>
      </dsp:txBody>
      <dsp:txXfrm>
        <a:off x="1314230" y="1424572"/>
        <a:ext cx="4874458" cy="1137862"/>
      </dsp:txXfrm>
    </dsp:sp>
    <dsp:sp modelId="{E9132604-917B-4490-B243-DBFA9DA95977}">
      <dsp:nvSpPr>
        <dsp:cNvPr id="0" name=""/>
        <dsp:cNvSpPr/>
      </dsp:nvSpPr>
      <dsp:spPr>
        <a:xfrm>
          <a:off x="0" y="2846900"/>
          <a:ext cx="6188689" cy="113786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A51AFF-0DFB-4015-9979-AE1F5A19661B}">
      <dsp:nvSpPr>
        <dsp:cNvPr id="0" name=""/>
        <dsp:cNvSpPr/>
      </dsp:nvSpPr>
      <dsp:spPr>
        <a:xfrm>
          <a:off x="344203" y="3102919"/>
          <a:ext cx="625824" cy="62582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16541D-BCD9-424B-9FCA-0C0B447113A6}">
      <dsp:nvSpPr>
        <dsp:cNvPr id="0" name=""/>
        <dsp:cNvSpPr/>
      </dsp:nvSpPr>
      <dsp:spPr>
        <a:xfrm>
          <a:off x="1314230" y="2846900"/>
          <a:ext cx="4874458" cy="11378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424" tIns="120424" rIns="120424" bIns="120424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Supports system reliability and user trust</a:t>
          </a:r>
          <a:endParaRPr lang="en-US" sz="2200" kern="1200"/>
        </a:p>
      </dsp:txBody>
      <dsp:txXfrm>
        <a:off x="1314230" y="2846900"/>
        <a:ext cx="4874458" cy="1137862"/>
      </dsp:txXfrm>
    </dsp:sp>
    <dsp:sp modelId="{A1B000D8-CD79-4D42-994D-2737074E3711}">
      <dsp:nvSpPr>
        <dsp:cNvPr id="0" name=""/>
        <dsp:cNvSpPr/>
      </dsp:nvSpPr>
      <dsp:spPr>
        <a:xfrm>
          <a:off x="0" y="4269228"/>
          <a:ext cx="6188689" cy="113786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C65434-DFAB-4ACE-AD43-2B300735DB3C}">
      <dsp:nvSpPr>
        <dsp:cNvPr id="0" name=""/>
        <dsp:cNvSpPr/>
      </dsp:nvSpPr>
      <dsp:spPr>
        <a:xfrm>
          <a:off x="344203" y="4525247"/>
          <a:ext cx="625824" cy="62582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C8A613-863C-4115-87F8-80661AED9649}">
      <dsp:nvSpPr>
        <dsp:cNvPr id="0" name=""/>
        <dsp:cNvSpPr/>
      </dsp:nvSpPr>
      <dsp:spPr>
        <a:xfrm>
          <a:off x="1314230" y="4269228"/>
          <a:ext cx="4874458" cy="11378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424" tIns="120424" rIns="120424" bIns="120424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Reduces chaos by clearly defining responsibility</a:t>
          </a:r>
          <a:endParaRPr lang="en-US" sz="2200" kern="1200"/>
        </a:p>
      </dsp:txBody>
      <dsp:txXfrm>
        <a:off x="1314230" y="4269228"/>
        <a:ext cx="4874458" cy="113786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7D58A5-D345-487A-AB99-7E561ADE3EC2}">
      <dsp:nvSpPr>
        <dsp:cNvPr id="0" name=""/>
        <dsp:cNvSpPr/>
      </dsp:nvSpPr>
      <dsp:spPr>
        <a:xfrm>
          <a:off x="0" y="2245"/>
          <a:ext cx="6188689" cy="113786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33D783-5DEF-47D3-94AB-54B0BE683F3E}">
      <dsp:nvSpPr>
        <dsp:cNvPr id="0" name=""/>
        <dsp:cNvSpPr/>
      </dsp:nvSpPr>
      <dsp:spPr>
        <a:xfrm>
          <a:off x="344203" y="258264"/>
          <a:ext cx="625824" cy="62582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43D1A0-7CFE-433D-851A-287398A6740E}">
      <dsp:nvSpPr>
        <dsp:cNvPr id="0" name=""/>
        <dsp:cNvSpPr/>
      </dsp:nvSpPr>
      <dsp:spPr>
        <a:xfrm>
          <a:off x="1314230" y="2245"/>
          <a:ext cx="4874458" cy="11378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424" tIns="120424" rIns="120424" bIns="120424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Acknowledge alerts quickly</a:t>
          </a:r>
          <a:endParaRPr lang="en-US" sz="2200" kern="1200"/>
        </a:p>
      </dsp:txBody>
      <dsp:txXfrm>
        <a:off x="1314230" y="2245"/>
        <a:ext cx="4874458" cy="1137862"/>
      </dsp:txXfrm>
    </dsp:sp>
    <dsp:sp modelId="{E7099B48-1DB9-4C15-AFD8-78FBE7CADD6B}">
      <dsp:nvSpPr>
        <dsp:cNvPr id="0" name=""/>
        <dsp:cNvSpPr/>
      </dsp:nvSpPr>
      <dsp:spPr>
        <a:xfrm>
          <a:off x="0" y="1424572"/>
          <a:ext cx="6188689" cy="113786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4832A4-431C-41BA-A57A-8A4189AD3AB0}">
      <dsp:nvSpPr>
        <dsp:cNvPr id="0" name=""/>
        <dsp:cNvSpPr/>
      </dsp:nvSpPr>
      <dsp:spPr>
        <a:xfrm>
          <a:off x="344203" y="1680591"/>
          <a:ext cx="625824" cy="62582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7E4E89-443B-41E7-A3CF-A3279B2ECDE4}">
      <dsp:nvSpPr>
        <dsp:cNvPr id="0" name=""/>
        <dsp:cNvSpPr/>
      </dsp:nvSpPr>
      <dsp:spPr>
        <a:xfrm>
          <a:off x="1314230" y="1424572"/>
          <a:ext cx="4874458" cy="11378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424" tIns="120424" rIns="120424" bIns="120424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Triage the issue and assess severity</a:t>
          </a:r>
          <a:endParaRPr lang="en-US" sz="2200" kern="1200"/>
        </a:p>
      </dsp:txBody>
      <dsp:txXfrm>
        <a:off x="1314230" y="1424572"/>
        <a:ext cx="4874458" cy="1137862"/>
      </dsp:txXfrm>
    </dsp:sp>
    <dsp:sp modelId="{6C788F3C-A0AA-409F-B32F-53C548E4137E}">
      <dsp:nvSpPr>
        <dsp:cNvPr id="0" name=""/>
        <dsp:cNvSpPr/>
      </dsp:nvSpPr>
      <dsp:spPr>
        <a:xfrm>
          <a:off x="0" y="2846900"/>
          <a:ext cx="6188689" cy="113786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68AC6C-1932-4925-97C6-E2577F437E4D}">
      <dsp:nvSpPr>
        <dsp:cNvPr id="0" name=""/>
        <dsp:cNvSpPr/>
      </dsp:nvSpPr>
      <dsp:spPr>
        <a:xfrm>
          <a:off x="344203" y="3102919"/>
          <a:ext cx="625824" cy="62582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404C6B-311C-4641-A2AE-8977A7F7DE3D}">
      <dsp:nvSpPr>
        <dsp:cNvPr id="0" name=""/>
        <dsp:cNvSpPr/>
      </dsp:nvSpPr>
      <dsp:spPr>
        <a:xfrm>
          <a:off x="1314230" y="2846900"/>
          <a:ext cx="4874458" cy="11378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424" tIns="120424" rIns="120424" bIns="120424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Restore service as the top priority</a:t>
          </a:r>
          <a:endParaRPr lang="en-US" sz="2200" kern="1200"/>
        </a:p>
      </dsp:txBody>
      <dsp:txXfrm>
        <a:off x="1314230" y="2846900"/>
        <a:ext cx="4874458" cy="1137862"/>
      </dsp:txXfrm>
    </dsp:sp>
    <dsp:sp modelId="{EC7AD3D7-0415-4954-8D6E-5B2D4141D0C7}">
      <dsp:nvSpPr>
        <dsp:cNvPr id="0" name=""/>
        <dsp:cNvSpPr/>
      </dsp:nvSpPr>
      <dsp:spPr>
        <a:xfrm>
          <a:off x="0" y="4269228"/>
          <a:ext cx="6188689" cy="113786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1671C5-CF56-4C50-B9ED-BCEB536655F1}">
      <dsp:nvSpPr>
        <dsp:cNvPr id="0" name=""/>
        <dsp:cNvSpPr/>
      </dsp:nvSpPr>
      <dsp:spPr>
        <a:xfrm>
          <a:off x="344203" y="4525247"/>
          <a:ext cx="625824" cy="62582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45889A-45C1-4730-8349-A9BECE4690B0}">
      <dsp:nvSpPr>
        <dsp:cNvPr id="0" name=""/>
        <dsp:cNvSpPr/>
      </dsp:nvSpPr>
      <dsp:spPr>
        <a:xfrm>
          <a:off x="1314230" y="4269228"/>
          <a:ext cx="4874458" cy="11378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424" tIns="120424" rIns="120424" bIns="120424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Escalate when needed</a:t>
          </a:r>
          <a:endParaRPr lang="en-US" sz="2200" kern="1200"/>
        </a:p>
      </dsp:txBody>
      <dsp:txXfrm>
        <a:off x="1314230" y="4269228"/>
        <a:ext cx="4874458" cy="113786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8DE83D-897E-4261-9BC2-638304CCE946}">
      <dsp:nvSpPr>
        <dsp:cNvPr id="0" name=""/>
        <dsp:cNvSpPr/>
      </dsp:nvSpPr>
      <dsp:spPr>
        <a:xfrm>
          <a:off x="4714" y="1175477"/>
          <a:ext cx="2061326" cy="123679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Backup support if primary cannot resolve issue</a:t>
          </a:r>
          <a:endParaRPr lang="en-US" sz="1800" kern="1200"/>
        </a:p>
      </dsp:txBody>
      <dsp:txXfrm>
        <a:off x="40938" y="1211701"/>
        <a:ext cx="1988878" cy="1164347"/>
      </dsp:txXfrm>
    </dsp:sp>
    <dsp:sp modelId="{66530967-ED70-4836-B5DA-8C6A302C074D}">
      <dsp:nvSpPr>
        <dsp:cNvPr id="0" name=""/>
        <dsp:cNvSpPr/>
      </dsp:nvSpPr>
      <dsp:spPr>
        <a:xfrm>
          <a:off x="2272173" y="1538270"/>
          <a:ext cx="437001" cy="51120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2272173" y="1640512"/>
        <a:ext cx="305901" cy="306724"/>
      </dsp:txXfrm>
    </dsp:sp>
    <dsp:sp modelId="{F2E4ED24-05FE-433F-8235-C11BD6E75CD2}">
      <dsp:nvSpPr>
        <dsp:cNvPr id="0" name=""/>
        <dsp:cNvSpPr/>
      </dsp:nvSpPr>
      <dsp:spPr>
        <a:xfrm>
          <a:off x="2890571" y="1175477"/>
          <a:ext cx="2061326" cy="123679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Helps avoid single points of failure</a:t>
          </a:r>
          <a:endParaRPr lang="en-US" sz="1800" kern="1200"/>
        </a:p>
      </dsp:txBody>
      <dsp:txXfrm>
        <a:off x="2926795" y="1211701"/>
        <a:ext cx="1988878" cy="1164347"/>
      </dsp:txXfrm>
    </dsp:sp>
    <dsp:sp modelId="{C6D10DD4-AEF0-4472-B163-3A6F642094AC}">
      <dsp:nvSpPr>
        <dsp:cNvPr id="0" name=""/>
        <dsp:cNvSpPr/>
      </dsp:nvSpPr>
      <dsp:spPr>
        <a:xfrm>
          <a:off x="5158029" y="1538270"/>
          <a:ext cx="437001" cy="51120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5158029" y="1640512"/>
        <a:ext cx="305901" cy="306724"/>
      </dsp:txXfrm>
    </dsp:sp>
    <dsp:sp modelId="{8D94CDE6-AEB3-4B82-A4B8-82D213784128}">
      <dsp:nvSpPr>
        <dsp:cNvPr id="0" name=""/>
        <dsp:cNvSpPr/>
      </dsp:nvSpPr>
      <dsp:spPr>
        <a:xfrm>
          <a:off x="5776427" y="1175477"/>
          <a:ext cx="2061326" cy="123679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Provides coverage for complex or high impact incidents</a:t>
          </a:r>
          <a:endParaRPr lang="en-US" sz="1800" kern="1200"/>
        </a:p>
      </dsp:txBody>
      <dsp:txXfrm>
        <a:off x="5812651" y="1211701"/>
        <a:ext cx="1988878" cy="1164347"/>
      </dsp:txXfrm>
    </dsp:sp>
    <dsp:sp modelId="{5158540E-EED5-4690-A132-BC6BA7D1C42B}">
      <dsp:nvSpPr>
        <dsp:cNvPr id="0" name=""/>
        <dsp:cNvSpPr/>
      </dsp:nvSpPr>
      <dsp:spPr>
        <a:xfrm>
          <a:off x="8043886" y="1538270"/>
          <a:ext cx="437001" cy="51120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8043886" y="1640512"/>
        <a:ext cx="305901" cy="306724"/>
      </dsp:txXfrm>
    </dsp:sp>
    <dsp:sp modelId="{19232D9A-8564-43C4-84FD-E749275185DF}">
      <dsp:nvSpPr>
        <dsp:cNvPr id="0" name=""/>
        <dsp:cNvSpPr/>
      </dsp:nvSpPr>
      <dsp:spPr>
        <a:xfrm>
          <a:off x="8662284" y="1175477"/>
          <a:ext cx="2061326" cy="123679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Reduces pressure on one person</a:t>
          </a:r>
          <a:endParaRPr lang="en-US" sz="1800" kern="1200"/>
        </a:p>
      </dsp:txBody>
      <dsp:txXfrm>
        <a:off x="8698508" y="1211701"/>
        <a:ext cx="1988878" cy="116434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910981-41BF-40B3-ACA3-7F82F1D9FF76}">
      <dsp:nvSpPr>
        <dsp:cNvPr id="0" name=""/>
        <dsp:cNvSpPr/>
      </dsp:nvSpPr>
      <dsp:spPr>
        <a:xfrm>
          <a:off x="0" y="2245"/>
          <a:ext cx="6188689" cy="113786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8C2E8D-E696-4858-B56B-425C07CDEC8F}">
      <dsp:nvSpPr>
        <dsp:cNvPr id="0" name=""/>
        <dsp:cNvSpPr/>
      </dsp:nvSpPr>
      <dsp:spPr>
        <a:xfrm>
          <a:off x="344203" y="258264"/>
          <a:ext cx="625824" cy="62582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C590CE-24F2-4550-A18F-93E2D6A2A936}">
      <dsp:nvSpPr>
        <dsp:cNvPr id="0" name=""/>
        <dsp:cNvSpPr/>
      </dsp:nvSpPr>
      <dsp:spPr>
        <a:xfrm>
          <a:off x="1314230" y="2245"/>
          <a:ext cx="4874458" cy="11378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424" tIns="120424" rIns="120424" bIns="120424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Predictable and fair schedules</a:t>
          </a:r>
          <a:endParaRPr lang="en-US" sz="2200" kern="1200"/>
        </a:p>
      </dsp:txBody>
      <dsp:txXfrm>
        <a:off x="1314230" y="2245"/>
        <a:ext cx="4874458" cy="1137862"/>
      </dsp:txXfrm>
    </dsp:sp>
    <dsp:sp modelId="{76A3344A-F2C4-472F-9B0C-6319A1C4C55D}">
      <dsp:nvSpPr>
        <dsp:cNvPr id="0" name=""/>
        <dsp:cNvSpPr/>
      </dsp:nvSpPr>
      <dsp:spPr>
        <a:xfrm>
          <a:off x="0" y="1424572"/>
          <a:ext cx="6188689" cy="113786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406966-2192-4D07-9CDA-2930AD0498B0}">
      <dsp:nvSpPr>
        <dsp:cNvPr id="0" name=""/>
        <dsp:cNvSpPr/>
      </dsp:nvSpPr>
      <dsp:spPr>
        <a:xfrm>
          <a:off x="344203" y="1680591"/>
          <a:ext cx="625824" cy="62582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E20BC4-D43F-453C-BFF5-1FC90C7A197A}">
      <dsp:nvSpPr>
        <dsp:cNvPr id="0" name=""/>
        <dsp:cNvSpPr/>
      </dsp:nvSpPr>
      <dsp:spPr>
        <a:xfrm>
          <a:off x="1314230" y="1424572"/>
          <a:ext cx="4874458" cy="11378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424" tIns="120424" rIns="120424" bIns="120424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Rotations that allow real recovery time</a:t>
          </a:r>
          <a:endParaRPr lang="en-US" sz="2200" kern="1200"/>
        </a:p>
      </dsp:txBody>
      <dsp:txXfrm>
        <a:off x="1314230" y="1424572"/>
        <a:ext cx="4874458" cy="1137862"/>
      </dsp:txXfrm>
    </dsp:sp>
    <dsp:sp modelId="{48927EE9-C0FD-40AD-8CCF-D4278BD74218}">
      <dsp:nvSpPr>
        <dsp:cNvPr id="0" name=""/>
        <dsp:cNvSpPr/>
      </dsp:nvSpPr>
      <dsp:spPr>
        <a:xfrm>
          <a:off x="0" y="2846900"/>
          <a:ext cx="6188689" cy="113786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B23CA0-CD95-47AD-9E72-E300F674E7B9}">
      <dsp:nvSpPr>
        <dsp:cNvPr id="0" name=""/>
        <dsp:cNvSpPr/>
      </dsp:nvSpPr>
      <dsp:spPr>
        <a:xfrm>
          <a:off x="344203" y="3102919"/>
          <a:ext cx="625824" cy="62582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ED8852-78B4-4872-9A71-5E398409614D}">
      <dsp:nvSpPr>
        <dsp:cNvPr id="0" name=""/>
        <dsp:cNvSpPr/>
      </dsp:nvSpPr>
      <dsp:spPr>
        <a:xfrm>
          <a:off x="1314230" y="2846900"/>
          <a:ext cx="4874458" cy="11378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424" tIns="120424" rIns="120424" bIns="120424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Avoid long or unclear on call periods</a:t>
          </a:r>
          <a:endParaRPr lang="en-US" sz="2200" kern="1200"/>
        </a:p>
      </dsp:txBody>
      <dsp:txXfrm>
        <a:off x="1314230" y="2846900"/>
        <a:ext cx="4874458" cy="1137862"/>
      </dsp:txXfrm>
    </dsp:sp>
    <dsp:sp modelId="{7B8E66E0-3D3D-4045-B683-20C30203F1F8}">
      <dsp:nvSpPr>
        <dsp:cNvPr id="0" name=""/>
        <dsp:cNvSpPr/>
      </dsp:nvSpPr>
      <dsp:spPr>
        <a:xfrm>
          <a:off x="0" y="4269228"/>
          <a:ext cx="6188689" cy="113786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47C907-0151-4DB0-9620-6D2BA84EC01C}">
      <dsp:nvSpPr>
        <dsp:cNvPr id="0" name=""/>
        <dsp:cNvSpPr/>
      </dsp:nvSpPr>
      <dsp:spPr>
        <a:xfrm>
          <a:off x="344203" y="4525247"/>
          <a:ext cx="625824" cy="62582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8D8E68-44D7-43B7-B748-42D2F59AA319}">
      <dsp:nvSpPr>
        <dsp:cNvPr id="0" name=""/>
        <dsp:cNvSpPr/>
      </dsp:nvSpPr>
      <dsp:spPr>
        <a:xfrm>
          <a:off x="1314230" y="4269228"/>
          <a:ext cx="4874458" cy="11378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424" tIns="120424" rIns="120424" bIns="120424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Make schedules visible to the whole team</a:t>
          </a:r>
          <a:endParaRPr lang="en-US" sz="2200" kern="1200"/>
        </a:p>
      </dsp:txBody>
      <dsp:txXfrm>
        <a:off x="1314230" y="4269228"/>
        <a:ext cx="4874458" cy="113786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70B677-130C-4ADB-A04C-0B310CC57C96}">
      <dsp:nvSpPr>
        <dsp:cNvPr id="0" name=""/>
        <dsp:cNvSpPr/>
      </dsp:nvSpPr>
      <dsp:spPr>
        <a:xfrm>
          <a:off x="0" y="2245"/>
          <a:ext cx="6188689" cy="113786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F75266-0EB7-41E2-9EF7-40DD3F5B8E93}">
      <dsp:nvSpPr>
        <dsp:cNvPr id="0" name=""/>
        <dsp:cNvSpPr/>
      </dsp:nvSpPr>
      <dsp:spPr>
        <a:xfrm>
          <a:off x="344203" y="258264"/>
          <a:ext cx="625824" cy="62582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DC86BA-A515-4AF9-9BA7-73E426E0DF67}">
      <dsp:nvSpPr>
        <dsp:cNvPr id="0" name=""/>
        <dsp:cNvSpPr/>
      </dsp:nvSpPr>
      <dsp:spPr>
        <a:xfrm>
          <a:off x="1314230" y="2245"/>
          <a:ext cx="4874458" cy="11378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424" tIns="120424" rIns="120424" bIns="120424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Only page for actionable and urgent issues</a:t>
          </a:r>
          <a:endParaRPr lang="en-US" sz="2200" kern="1200"/>
        </a:p>
      </dsp:txBody>
      <dsp:txXfrm>
        <a:off x="1314230" y="2245"/>
        <a:ext cx="4874458" cy="1137862"/>
      </dsp:txXfrm>
    </dsp:sp>
    <dsp:sp modelId="{53CB7B31-17B6-4B6B-A880-D3DA10FA7C6C}">
      <dsp:nvSpPr>
        <dsp:cNvPr id="0" name=""/>
        <dsp:cNvSpPr/>
      </dsp:nvSpPr>
      <dsp:spPr>
        <a:xfrm>
          <a:off x="0" y="1424572"/>
          <a:ext cx="6188689" cy="113786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FE432E-52AB-42D3-8B81-8C5E820EFE44}">
      <dsp:nvSpPr>
        <dsp:cNvPr id="0" name=""/>
        <dsp:cNvSpPr/>
      </dsp:nvSpPr>
      <dsp:spPr>
        <a:xfrm>
          <a:off x="344203" y="1680591"/>
          <a:ext cx="625824" cy="62582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12CB15-D233-4A70-A5A4-CE69C2B3B9C4}">
      <dsp:nvSpPr>
        <dsp:cNvPr id="0" name=""/>
        <dsp:cNvSpPr/>
      </dsp:nvSpPr>
      <dsp:spPr>
        <a:xfrm>
          <a:off x="1314230" y="1424572"/>
          <a:ext cx="4874458" cy="11378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424" tIns="120424" rIns="120424" bIns="120424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Reduce noisy or low value alerts</a:t>
          </a:r>
          <a:endParaRPr lang="en-US" sz="2200" kern="1200"/>
        </a:p>
      </dsp:txBody>
      <dsp:txXfrm>
        <a:off x="1314230" y="1424572"/>
        <a:ext cx="4874458" cy="1137862"/>
      </dsp:txXfrm>
    </dsp:sp>
    <dsp:sp modelId="{6293AF92-46ED-458F-BB75-9C3C9967C672}">
      <dsp:nvSpPr>
        <dsp:cNvPr id="0" name=""/>
        <dsp:cNvSpPr/>
      </dsp:nvSpPr>
      <dsp:spPr>
        <a:xfrm>
          <a:off x="0" y="2846900"/>
          <a:ext cx="6188689" cy="113786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C4F29C-1441-40C0-9358-DCE3AA908A11}">
      <dsp:nvSpPr>
        <dsp:cNvPr id="0" name=""/>
        <dsp:cNvSpPr/>
      </dsp:nvSpPr>
      <dsp:spPr>
        <a:xfrm>
          <a:off x="344203" y="3102919"/>
          <a:ext cx="625824" cy="62582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C93177-DA19-4F30-B560-5E69BED06B2D}">
      <dsp:nvSpPr>
        <dsp:cNvPr id="0" name=""/>
        <dsp:cNvSpPr/>
      </dsp:nvSpPr>
      <dsp:spPr>
        <a:xfrm>
          <a:off x="1314230" y="2846900"/>
          <a:ext cx="4874458" cy="11378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424" tIns="120424" rIns="120424" bIns="120424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Tune thresholds over time</a:t>
          </a:r>
          <a:endParaRPr lang="en-US" sz="2200" kern="1200"/>
        </a:p>
      </dsp:txBody>
      <dsp:txXfrm>
        <a:off x="1314230" y="2846900"/>
        <a:ext cx="4874458" cy="1137862"/>
      </dsp:txXfrm>
    </dsp:sp>
    <dsp:sp modelId="{3F75CD46-B51D-404D-9F77-02724083F417}">
      <dsp:nvSpPr>
        <dsp:cNvPr id="0" name=""/>
        <dsp:cNvSpPr/>
      </dsp:nvSpPr>
      <dsp:spPr>
        <a:xfrm>
          <a:off x="0" y="4269228"/>
          <a:ext cx="6188689" cy="113786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B33457-8D51-4AF7-B0A8-C5F2077DE8B3}">
      <dsp:nvSpPr>
        <dsp:cNvPr id="0" name=""/>
        <dsp:cNvSpPr/>
      </dsp:nvSpPr>
      <dsp:spPr>
        <a:xfrm>
          <a:off x="344203" y="4525247"/>
          <a:ext cx="625824" cy="62582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276872-2C95-4416-882A-1394257E4BB3}">
      <dsp:nvSpPr>
        <dsp:cNvPr id="0" name=""/>
        <dsp:cNvSpPr/>
      </dsp:nvSpPr>
      <dsp:spPr>
        <a:xfrm>
          <a:off x="1314230" y="4269228"/>
          <a:ext cx="4874458" cy="11378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424" tIns="120424" rIns="120424" bIns="120424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Treat alert volume as something to actively manage</a:t>
          </a:r>
          <a:endParaRPr lang="en-US" sz="2200" kern="1200"/>
        </a:p>
      </dsp:txBody>
      <dsp:txXfrm>
        <a:off x="1314230" y="4269228"/>
        <a:ext cx="4874458" cy="113786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A9AF8F-06E5-4C8E-AEDD-2605F913D111}">
      <dsp:nvSpPr>
        <dsp:cNvPr id="0" name=""/>
        <dsp:cNvSpPr/>
      </dsp:nvSpPr>
      <dsp:spPr>
        <a:xfrm>
          <a:off x="0" y="0"/>
          <a:ext cx="6188689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061EA1F9-3D83-409D-9B02-7BB85B8BE0E9}">
      <dsp:nvSpPr>
        <dsp:cNvPr id="0" name=""/>
        <dsp:cNvSpPr/>
      </dsp:nvSpPr>
      <dsp:spPr>
        <a:xfrm>
          <a:off x="0" y="0"/>
          <a:ext cx="6188689" cy="13523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b="0" i="0" kern="1200" baseline="0"/>
            <a:t>Clear handoff notes between rotations</a:t>
          </a:r>
          <a:endParaRPr lang="en-US" sz="3800" kern="1200"/>
        </a:p>
      </dsp:txBody>
      <dsp:txXfrm>
        <a:off x="0" y="0"/>
        <a:ext cx="6188689" cy="1352333"/>
      </dsp:txXfrm>
    </dsp:sp>
    <dsp:sp modelId="{1BAB55B2-5446-4801-9858-FDA197627104}">
      <dsp:nvSpPr>
        <dsp:cNvPr id="0" name=""/>
        <dsp:cNvSpPr/>
      </dsp:nvSpPr>
      <dsp:spPr>
        <a:xfrm>
          <a:off x="0" y="1352333"/>
          <a:ext cx="6188689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3C1F190D-C5A9-49E1-A39A-F36A4C260D0E}">
      <dsp:nvSpPr>
        <dsp:cNvPr id="0" name=""/>
        <dsp:cNvSpPr/>
      </dsp:nvSpPr>
      <dsp:spPr>
        <a:xfrm>
          <a:off x="0" y="1352333"/>
          <a:ext cx="6188689" cy="13523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b="0" i="0" kern="1200" baseline="0"/>
            <a:t>Document ongoing issues and risks</a:t>
          </a:r>
          <a:endParaRPr lang="en-US" sz="3800" kern="1200"/>
        </a:p>
      </dsp:txBody>
      <dsp:txXfrm>
        <a:off x="0" y="1352333"/>
        <a:ext cx="6188689" cy="1352333"/>
      </dsp:txXfrm>
    </dsp:sp>
    <dsp:sp modelId="{A50C091F-D881-4CBE-B5A6-C2B928952D79}">
      <dsp:nvSpPr>
        <dsp:cNvPr id="0" name=""/>
        <dsp:cNvSpPr/>
      </dsp:nvSpPr>
      <dsp:spPr>
        <a:xfrm>
          <a:off x="0" y="2704667"/>
          <a:ext cx="6188689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40B519F7-5307-4F7B-95D7-7E386DE8E6F7}">
      <dsp:nvSpPr>
        <dsp:cNvPr id="0" name=""/>
        <dsp:cNvSpPr/>
      </dsp:nvSpPr>
      <dsp:spPr>
        <a:xfrm>
          <a:off x="0" y="2704667"/>
          <a:ext cx="6188689" cy="13523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b="0" i="0" kern="1200" baseline="0"/>
            <a:t>Alerts should link to runbooks</a:t>
          </a:r>
          <a:endParaRPr lang="en-US" sz="3800" kern="1200"/>
        </a:p>
      </dsp:txBody>
      <dsp:txXfrm>
        <a:off x="0" y="2704667"/>
        <a:ext cx="6188689" cy="1352333"/>
      </dsp:txXfrm>
    </dsp:sp>
    <dsp:sp modelId="{FB85F5BA-99AC-4E43-9C3C-546D1B8A4729}">
      <dsp:nvSpPr>
        <dsp:cNvPr id="0" name=""/>
        <dsp:cNvSpPr/>
      </dsp:nvSpPr>
      <dsp:spPr>
        <a:xfrm>
          <a:off x="0" y="4057002"/>
          <a:ext cx="6188689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CF94226D-FA6C-4DDE-8EC6-EC33AC709158}">
      <dsp:nvSpPr>
        <dsp:cNvPr id="0" name=""/>
        <dsp:cNvSpPr/>
      </dsp:nvSpPr>
      <dsp:spPr>
        <a:xfrm>
          <a:off x="0" y="4057001"/>
          <a:ext cx="6188689" cy="13523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b="0" i="0" kern="1200" baseline="0"/>
            <a:t>Runbooks should be updated after incidents</a:t>
          </a:r>
          <a:endParaRPr lang="en-US" sz="3800" kern="1200"/>
        </a:p>
      </dsp:txBody>
      <dsp:txXfrm>
        <a:off x="0" y="4057001"/>
        <a:ext cx="6188689" cy="1352333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DF448C-113F-4BDB-97EA-85556656CD32}">
      <dsp:nvSpPr>
        <dsp:cNvPr id="0" name=""/>
        <dsp:cNvSpPr/>
      </dsp:nvSpPr>
      <dsp:spPr>
        <a:xfrm>
          <a:off x="1178" y="1081867"/>
          <a:ext cx="1465583" cy="439674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5814" tIns="115814" rIns="115814" bIns="115814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Review</a:t>
          </a:r>
        </a:p>
      </dsp:txBody>
      <dsp:txXfrm>
        <a:off x="1178" y="1081867"/>
        <a:ext cx="1465583" cy="439674"/>
      </dsp:txXfrm>
    </dsp:sp>
    <dsp:sp modelId="{0788C615-0824-4C20-9D45-EF45BB83DC52}">
      <dsp:nvSpPr>
        <dsp:cNvPr id="0" name=""/>
        <dsp:cNvSpPr/>
      </dsp:nvSpPr>
      <dsp:spPr>
        <a:xfrm>
          <a:off x="1178" y="1521542"/>
          <a:ext cx="1465583" cy="2805926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67" tIns="144767" rIns="144767" bIns="144767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Hold blameless post incident reviews</a:t>
          </a:r>
        </a:p>
      </dsp:txBody>
      <dsp:txXfrm>
        <a:off x="1178" y="1521542"/>
        <a:ext cx="1465583" cy="2805926"/>
      </dsp:txXfrm>
    </dsp:sp>
    <dsp:sp modelId="{D4F34602-E843-4AA7-9E07-5C897281474B}">
      <dsp:nvSpPr>
        <dsp:cNvPr id="0" name=""/>
        <dsp:cNvSpPr/>
      </dsp:nvSpPr>
      <dsp:spPr>
        <a:xfrm>
          <a:off x="1574761" y="1081867"/>
          <a:ext cx="1465583" cy="439674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5814" tIns="115814" rIns="115814" bIns="115814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Identify</a:t>
          </a:r>
        </a:p>
      </dsp:txBody>
      <dsp:txXfrm>
        <a:off x="1574761" y="1081867"/>
        <a:ext cx="1465583" cy="439674"/>
      </dsp:txXfrm>
    </dsp:sp>
    <dsp:sp modelId="{A85C2937-9B19-4A7B-8BD9-29FD02979CE1}">
      <dsp:nvSpPr>
        <dsp:cNvPr id="0" name=""/>
        <dsp:cNvSpPr/>
      </dsp:nvSpPr>
      <dsp:spPr>
        <a:xfrm>
          <a:off x="1574761" y="1521542"/>
          <a:ext cx="1465583" cy="2805926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67" tIns="144767" rIns="144767" bIns="144767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Identify root causes</a:t>
          </a:r>
        </a:p>
      </dsp:txBody>
      <dsp:txXfrm>
        <a:off x="1574761" y="1521542"/>
        <a:ext cx="1465583" cy="2805926"/>
      </dsp:txXfrm>
    </dsp:sp>
    <dsp:sp modelId="{FCA27896-D413-4AC2-8520-3DBC2059229F}">
      <dsp:nvSpPr>
        <dsp:cNvPr id="0" name=""/>
        <dsp:cNvSpPr/>
      </dsp:nvSpPr>
      <dsp:spPr>
        <a:xfrm>
          <a:off x="3148344" y="1081867"/>
          <a:ext cx="1465583" cy="439674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5814" tIns="115814" rIns="115814" bIns="115814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Track</a:t>
          </a:r>
        </a:p>
      </dsp:txBody>
      <dsp:txXfrm>
        <a:off x="3148344" y="1081867"/>
        <a:ext cx="1465583" cy="439674"/>
      </dsp:txXfrm>
    </dsp:sp>
    <dsp:sp modelId="{481AA4D2-1BD5-46B4-959E-C0B2C05C105E}">
      <dsp:nvSpPr>
        <dsp:cNvPr id="0" name=""/>
        <dsp:cNvSpPr/>
      </dsp:nvSpPr>
      <dsp:spPr>
        <a:xfrm>
          <a:off x="3148344" y="1521542"/>
          <a:ext cx="1465583" cy="2805926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67" tIns="144767" rIns="144767" bIns="144767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Track action items to completion</a:t>
          </a:r>
        </a:p>
      </dsp:txBody>
      <dsp:txXfrm>
        <a:off x="3148344" y="1521542"/>
        <a:ext cx="1465583" cy="2805926"/>
      </dsp:txXfrm>
    </dsp:sp>
    <dsp:sp modelId="{DD457D2F-7C45-41EB-9A13-3FE834B5FDF3}">
      <dsp:nvSpPr>
        <dsp:cNvPr id="0" name=""/>
        <dsp:cNvSpPr/>
      </dsp:nvSpPr>
      <dsp:spPr>
        <a:xfrm>
          <a:off x="4721927" y="1081867"/>
          <a:ext cx="1465583" cy="439674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5814" tIns="115814" rIns="115814" bIns="115814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Improve</a:t>
          </a:r>
        </a:p>
      </dsp:txBody>
      <dsp:txXfrm>
        <a:off x="4721927" y="1081867"/>
        <a:ext cx="1465583" cy="439674"/>
      </dsp:txXfrm>
    </dsp:sp>
    <dsp:sp modelId="{144505FE-225E-4866-AA31-C1AA570D9885}">
      <dsp:nvSpPr>
        <dsp:cNvPr id="0" name=""/>
        <dsp:cNvSpPr/>
      </dsp:nvSpPr>
      <dsp:spPr>
        <a:xfrm>
          <a:off x="4721927" y="1521542"/>
          <a:ext cx="1465583" cy="2805926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67" tIns="144767" rIns="144767" bIns="144767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Improve systems and alerts over time</a:t>
          </a:r>
        </a:p>
      </dsp:txBody>
      <dsp:txXfrm>
        <a:off x="4721927" y="1521542"/>
        <a:ext cx="1465583" cy="2805926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7D47A3-06BE-40F2-B42D-1B806006A0EC}">
      <dsp:nvSpPr>
        <dsp:cNvPr id="0" name=""/>
        <dsp:cNvSpPr/>
      </dsp:nvSpPr>
      <dsp:spPr>
        <a:xfrm>
          <a:off x="1186118" y="309670"/>
          <a:ext cx="1056863" cy="105686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24C664-9B42-4842-BB46-4C3573D6A40B}">
      <dsp:nvSpPr>
        <dsp:cNvPr id="0" name=""/>
        <dsp:cNvSpPr/>
      </dsp:nvSpPr>
      <dsp:spPr>
        <a:xfrm>
          <a:off x="540257" y="1691094"/>
          <a:ext cx="234858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On call should not lead to burnout</a:t>
          </a:r>
          <a:endParaRPr lang="en-US" sz="1700" kern="1200"/>
        </a:p>
      </dsp:txBody>
      <dsp:txXfrm>
        <a:off x="540257" y="1691094"/>
        <a:ext cx="2348586" cy="720000"/>
      </dsp:txXfrm>
    </dsp:sp>
    <dsp:sp modelId="{BAE93646-C290-46C1-8AB3-D325D3C59C19}">
      <dsp:nvSpPr>
        <dsp:cNvPr id="0" name=""/>
        <dsp:cNvSpPr/>
      </dsp:nvSpPr>
      <dsp:spPr>
        <a:xfrm>
          <a:off x="3945706" y="309670"/>
          <a:ext cx="1056863" cy="105686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249321-4276-4FAE-BD04-3B45DE22F574}">
      <dsp:nvSpPr>
        <dsp:cNvPr id="0" name=""/>
        <dsp:cNvSpPr/>
      </dsp:nvSpPr>
      <dsp:spPr>
        <a:xfrm>
          <a:off x="3299845" y="1691094"/>
          <a:ext cx="234858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Support mental health and recovery time</a:t>
          </a:r>
          <a:endParaRPr lang="en-US" sz="1700" kern="1200"/>
        </a:p>
      </dsp:txBody>
      <dsp:txXfrm>
        <a:off x="3299845" y="1691094"/>
        <a:ext cx="2348586" cy="720000"/>
      </dsp:txXfrm>
    </dsp:sp>
    <dsp:sp modelId="{084C365B-3C67-4DF4-ADCA-DD5345BBB344}">
      <dsp:nvSpPr>
        <dsp:cNvPr id="0" name=""/>
        <dsp:cNvSpPr/>
      </dsp:nvSpPr>
      <dsp:spPr>
        <a:xfrm>
          <a:off x="1186118" y="2998241"/>
          <a:ext cx="1056863" cy="105686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47C348-9601-463A-B74A-352927A9BC54}">
      <dsp:nvSpPr>
        <dsp:cNvPr id="0" name=""/>
        <dsp:cNvSpPr/>
      </dsp:nvSpPr>
      <dsp:spPr>
        <a:xfrm>
          <a:off x="540257" y="4379665"/>
          <a:ext cx="234858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Rotate fairly across the team</a:t>
          </a:r>
          <a:endParaRPr lang="en-US" sz="1700" kern="1200"/>
        </a:p>
      </dsp:txBody>
      <dsp:txXfrm>
        <a:off x="540257" y="4379665"/>
        <a:ext cx="2348586" cy="720000"/>
      </dsp:txXfrm>
    </dsp:sp>
    <dsp:sp modelId="{F00B6EC5-304A-43D0-8098-0919B252D1C5}">
      <dsp:nvSpPr>
        <dsp:cNvPr id="0" name=""/>
        <dsp:cNvSpPr/>
      </dsp:nvSpPr>
      <dsp:spPr>
        <a:xfrm>
          <a:off x="3945706" y="2998241"/>
          <a:ext cx="1056863" cy="105686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0D6C8B-ECE1-46C0-ACEB-70C73901B17A}">
      <dsp:nvSpPr>
        <dsp:cNvPr id="0" name=""/>
        <dsp:cNvSpPr/>
      </dsp:nvSpPr>
      <dsp:spPr>
        <a:xfrm>
          <a:off x="3299845" y="4379665"/>
          <a:ext cx="234858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Good pager practices improve retention and performance</a:t>
          </a:r>
          <a:endParaRPr lang="en-US" sz="1700" kern="1200"/>
        </a:p>
      </dsp:txBody>
      <dsp:txXfrm>
        <a:off x="3299845" y="4379665"/>
        <a:ext cx="2348586" cy="72000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1E3E63-1D64-431C-8478-13CD32BC2151}">
      <dsp:nvSpPr>
        <dsp:cNvPr id="0" name=""/>
        <dsp:cNvSpPr/>
      </dsp:nvSpPr>
      <dsp:spPr>
        <a:xfrm>
          <a:off x="0" y="2641"/>
          <a:ext cx="6188689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8E74E0C2-3154-403D-AF37-7943B1E9F1CD}">
      <dsp:nvSpPr>
        <dsp:cNvPr id="0" name=""/>
        <dsp:cNvSpPr/>
      </dsp:nvSpPr>
      <dsp:spPr>
        <a:xfrm>
          <a:off x="0" y="2641"/>
          <a:ext cx="6188689" cy="18013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PagerDuty. (n.d.). </a:t>
          </a:r>
          <a:r>
            <a:rPr lang="en-US" sz="2000" i="1" kern="1200"/>
            <a:t>On-Call Rotations and Schedules</a:t>
          </a:r>
          <a:r>
            <a:rPr lang="en-US" sz="2000" kern="1200"/>
            <a:t>. Retrieved February 8, 2026, from </a:t>
          </a:r>
          <a:r>
            <a:rPr lang="en-US" sz="2000" kern="1200">
              <a:hlinkClick xmlns:r="http://schemas.openxmlformats.org/officeDocument/2006/relationships" r:id="rId1"/>
            </a:rPr>
            <a:t>https://www.pagerduty.com/resources/incident-management-response/learn/call-rotations-schedules/</a:t>
          </a:r>
          <a:r>
            <a:rPr lang="en-US" sz="2000" kern="1200"/>
            <a:t> </a:t>
          </a:r>
        </a:p>
      </dsp:txBody>
      <dsp:txXfrm>
        <a:off x="0" y="2641"/>
        <a:ext cx="6188689" cy="1801351"/>
      </dsp:txXfrm>
    </dsp:sp>
    <dsp:sp modelId="{39782E1F-B5A6-43C4-ABA6-4015E6542400}">
      <dsp:nvSpPr>
        <dsp:cNvPr id="0" name=""/>
        <dsp:cNvSpPr/>
      </dsp:nvSpPr>
      <dsp:spPr>
        <a:xfrm>
          <a:off x="0" y="1803992"/>
          <a:ext cx="6188689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9E2BD992-CCFD-48A9-9816-C6A653E676CE}">
      <dsp:nvSpPr>
        <dsp:cNvPr id="0" name=""/>
        <dsp:cNvSpPr/>
      </dsp:nvSpPr>
      <dsp:spPr>
        <a:xfrm>
          <a:off x="0" y="1803992"/>
          <a:ext cx="6188689" cy="18013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Medium. (2023). </a:t>
          </a:r>
          <a:r>
            <a:rPr lang="en-US" sz="2000" i="1" kern="1200"/>
            <a:t>On-Call Rotation: A Complete Guide to Best Practices</a:t>
          </a:r>
          <a:r>
            <a:rPr lang="en-US" sz="2000" kern="1200"/>
            <a:t>. Retrieved February 8, 2026, from https://medium.com/@squadcast/on-call-rotation-a-complete-guide-to-best-practices-997b0da54499 </a:t>
          </a:r>
        </a:p>
      </dsp:txBody>
      <dsp:txXfrm>
        <a:off x="0" y="1803992"/>
        <a:ext cx="6188689" cy="1801351"/>
      </dsp:txXfrm>
    </dsp:sp>
    <dsp:sp modelId="{DE594FB5-3605-4BB5-88A9-8ABEC0234C72}">
      <dsp:nvSpPr>
        <dsp:cNvPr id="0" name=""/>
        <dsp:cNvSpPr/>
      </dsp:nvSpPr>
      <dsp:spPr>
        <a:xfrm>
          <a:off x="0" y="3605343"/>
          <a:ext cx="6188689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1D593778-5B32-42FF-899B-E35AF7C8AC62}">
      <dsp:nvSpPr>
        <dsp:cNvPr id="0" name=""/>
        <dsp:cNvSpPr/>
      </dsp:nvSpPr>
      <dsp:spPr>
        <a:xfrm>
          <a:off x="0" y="3605343"/>
          <a:ext cx="6188689" cy="18013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Atlassian. (n.d.). </a:t>
          </a:r>
          <a:r>
            <a:rPr lang="en-US" sz="2000" i="1" kern="1200"/>
            <a:t>A manager’s guide to improving on-call</a:t>
          </a:r>
          <a:r>
            <a:rPr lang="en-US" sz="2000" kern="1200"/>
            <a:t>. Retrieved February 8, 2026, from </a:t>
          </a:r>
          <a:r>
            <a:rPr lang="en-US" sz="2000" kern="1200">
              <a:hlinkClick xmlns:r="http://schemas.openxmlformats.org/officeDocument/2006/relationships" r:id="rId2"/>
            </a:rPr>
            <a:t>https://www.atlassian.com/incident-management/on-call/improving-on-call</a:t>
          </a:r>
          <a:r>
            <a:rPr lang="en-US" sz="2000" kern="1200"/>
            <a:t> </a:t>
          </a:r>
        </a:p>
      </dsp:txBody>
      <dsp:txXfrm>
        <a:off x="0" y="3605343"/>
        <a:ext cx="6188689" cy="180135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6/7/layout/HorizontalActionList">
  <dgm:title val="Horizontal Action List"/>
  <dgm:desc val="Used to show non-sequential or grouped lists of information. Works well with large amounts of text. All text has the same level of emphasis, and direction is not implied."/>
  <dgm:catLst>
    <dgm:cat type="list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54"/>
      <dgm:constr type="primFontSz" for="des" forName="desTx" refType="primFontSz" refFor="des" refForName="parTx" op="lte" fact="0.75"/>
      <dgm:constr type="h" for="des" forName="desTx" op="equ"/>
      <dgm:constr type="w" for="ch" forName="space" op="equ" val="3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3"/>
            <dgm:constr type="h"/>
            <dgm:constr type="tMarg" refType="w" fact="0.224"/>
            <dgm:constr type="bMarg" refType="w" fact="0.224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8"/>
            <dgm:constr type="tMarg" refType="w" fact="0.28"/>
            <dgm:constr type="bMarg" refType="w" fact="0.28"/>
            <dgm:constr type="lMarg" refType="w" fact="0.28"/>
            <dgm:constr type="rMarg" refType="w" fact="0.28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0013" y="484479"/>
            <a:ext cx="6911974" cy="2954655"/>
          </a:xfrm>
        </p:spPr>
        <p:txBody>
          <a:bodyPr anchor="b">
            <a:normAutofit/>
          </a:bodyPr>
          <a:lstStyle>
            <a:lvl1pPr algn="ctr">
              <a:defRPr sz="5600" cap="all" spc="-1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0013" y="3799133"/>
            <a:ext cx="6911974" cy="1969841"/>
          </a:xfrm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2395C5C9-164C-46B3-A87E-7660D39D3106}" type="datetime2">
              <a:rPr lang="en-US" smtClean="0"/>
              <a:t>Sunday, February 8,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47848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0000" y="2541600"/>
            <a:ext cx="10728325" cy="3227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4DDCFF8A-AAF8-4A12-8A91-9CA0EAF6CBB9}" type="datetime2">
              <a:rPr lang="en-US" smtClean="0"/>
              <a:t>Sunday, February 8,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1754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6" cy="2879724"/>
          </a:xfrm>
        </p:spPr>
        <p:txBody>
          <a:bodyPr anchor="b"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9910" y="3858924"/>
            <a:ext cx="10728326" cy="1919076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ABCC25C3-021A-4B0B-8F70-0C181FE1CF45}" type="datetime2">
              <a:rPr lang="en-US" smtClean="0"/>
              <a:t>Sunday, February 8,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16527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20000" y="2541600"/>
            <a:ext cx="5003800" cy="3234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58400" y="2541600"/>
            <a:ext cx="5003801" cy="3234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0C23D88D-8CEC-4ED9-A53B-5596187D9A16}" type="datetime2">
              <a:rPr lang="en-US" smtClean="0"/>
              <a:t>Sunday, February 8, 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357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5" cy="673005"/>
          </a:xfrm>
        </p:spPr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0" y="1840698"/>
            <a:ext cx="5015638" cy="565796"/>
          </a:xfrm>
        </p:spPr>
        <p:txBody>
          <a:bodyPr wrap="square" anchor="b">
            <a:normAutofit/>
          </a:bodyPr>
          <a:lstStyle>
            <a:lvl1pPr marL="0" indent="0">
              <a:lnSpc>
                <a:spcPct val="120000"/>
              </a:lnSpc>
              <a:buNone/>
              <a:defRPr sz="16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0000" y="2541600"/>
            <a:ext cx="5003801" cy="3234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400" y="1840698"/>
            <a:ext cx="5015638" cy="565796"/>
          </a:xfrm>
        </p:spPr>
        <p:txBody>
          <a:bodyPr anchor="b">
            <a:normAutofit/>
          </a:bodyPr>
          <a:lstStyle>
            <a:lvl1pPr marL="0" indent="0">
              <a:lnSpc>
                <a:spcPct val="120000"/>
              </a:lnSpc>
              <a:buNone/>
              <a:defRPr sz="16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400" y="2541600"/>
            <a:ext cx="5003800" cy="3234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D2CCD382-DFDA-4722-A27A-59C21AD112F2}" type="datetime2">
              <a:rPr lang="en-US" smtClean="0"/>
              <a:t>Sunday, February 8, 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8771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22F2A30D-1C09-413F-AAB1-38F366000715}" type="datetime2">
              <a:rPr lang="en-US" smtClean="0"/>
              <a:t>Sunday, February 8, 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7726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6DB82B9C-D65E-4F64-95C3-B10F3B00F0D9}" type="datetime2">
              <a:rPr lang="en-US" smtClean="0"/>
              <a:t>Sunday, February 8, 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3074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3107463" cy="1477328"/>
          </a:xfrm>
        </p:spPr>
        <p:txBody>
          <a:bodyPr anchor="t" anchorCtr="0">
            <a:normAutofit/>
          </a:bodyPr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8188" y="584662"/>
            <a:ext cx="6911974" cy="518431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4800"/>
            </a:lvl1pPr>
            <a:lvl2pPr marL="914400" indent="-457200">
              <a:buFont typeface="Arial" panose="020B0604020202020204" pitchFamily="34" charset="0"/>
              <a:buChar char="•"/>
              <a:defRPr sz="2000"/>
            </a:lvl2pPr>
            <a:lvl3pPr marL="1257300" indent="-342900">
              <a:buFont typeface="Arial" panose="020B0604020202020204" pitchFamily="34" charset="0"/>
              <a:buChar char="•"/>
              <a:defRPr sz="2000"/>
            </a:lvl3pPr>
            <a:lvl4pPr marL="1714500" indent="-342900">
              <a:buFont typeface="Arial" panose="020B0604020202020204" pitchFamily="34" charset="0"/>
              <a:buChar char="•"/>
              <a:defRPr sz="2000"/>
            </a:lvl4pPr>
            <a:lvl5pPr marL="2171700" indent="-342900">
              <a:buFont typeface="Arial" panose="020B0604020202020204" pitchFamily="34" charset="0"/>
              <a:buChar char="•"/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0000" y="2541600"/>
            <a:ext cx="3107463" cy="323183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B7F5FDCC-6AAC-4A08-B9E0-3793AB5E64C3}" type="datetime2">
              <a:rPr lang="en-US" smtClean="0"/>
              <a:t>Sunday, February 8, 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35294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3095626" cy="1476000"/>
          </a:xfrm>
        </p:spPr>
        <p:txBody>
          <a:bodyPr anchor="t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8188" y="728664"/>
            <a:ext cx="6923812" cy="504031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0000" y="2541600"/>
            <a:ext cx="3095625" cy="32328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349FE94D-439C-40F1-900E-BC07940E3988}" type="datetime2">
              <a:rPr lang="en-US" smtClean="0"/>
              <a:t>Sunday, February 8, 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169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20000" y="2636838"/>
            <a:ext cx="10728325" cy="31321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5B75179A-1E2B-41AB-B400-4F1B4022FAEE}" type="datetime2">
              <a:rPr lang="en-US" smtClean="0"/>
              <a:t>Sunday, February 8,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9380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40486" y="720000"/>
            <a:ext cx="1477328" cy="5048975"/>
          </a:xfrm>
        </p:spPr>
        <p:txBody>
          <a:bodyPr vert="eaVert">
            <a:norm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1838" y="720000"/>
            <a:ext cx="8929614" cy="50489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05681D0F-6595-4F14-8EF3-954CD87C797B}" type="datetime2">
              <a:rPr lang="en-US" smtClean="0"/>
              <a:t>Sunday, February 8,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3295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9646535-AEF6-4883-A4F9-EEC1F8B4319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2" cy="14773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0" y="2541600"/>
            <a:ext cx="10728325" cy="322737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 vert="horz" lIns="0" tIns="180000" rIns="0" bIns="180000" rtlCol="0" anchor="ctr"/>
          <a:lstStyle>
            <a:lvl1pPr algn="l">
              <a:lnSpc>
                <a:spcPct val="120000"/>
              </a:lnSpc>
              <a:defRPr sz="120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8DEA2CF1-0EB2-4673-802D-3371233E4A77}" type="datetime2">
              <a:rPr lang="en-US" smtClean="0"/>
              <a:t>Sunday, February 8,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 vert="horz" lIns="0" tIns="180000" rIns="0" bIns="180000" rtlCol="0" anchor="ctr"/>
          <a:lstStyle>
            <a:lvl1pPr algn="ctr">
              <a:lnSpc>
                <a:spcPct val="120000"/>
              </a:lnSpc>
              <a:defRPr sz="120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 vert="horz" lIns="0" tIns="180000" rIns="0" bIns="180000" rtlCol="0" anchor="ctr"/>
          <a:lstStyle>
            <a:lvl1pPr algn="r">
              <a:lnSpc>
                <a:spcPct val="120000"/>
              </a:lnSpc>
              <a:defRPr sz="120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1621B6DD-29C1-4FEA-923F-71EA1347694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002243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1" r:id="rId6"/>
    <p:sldLayoutId id="2147483727" r:id="rId7"/>
    <p:sldLayoutId id="2147483728" r:id="rId8"/>
    <p:sldLayoutId id="2147483729" r:id="rId9"/>
    <p:sldLayoutId id="2147483730" r:id="rId10"/>
    <p:sldLayoutId id="2147483732" r:id="rId11"/>
  </p:sldLayoutIdLst>
  <p:hf sldNum="0" hdr="0" ftr="0" dt="0"/>
  <p:txStyles>
    <p:titleStyle>
      <a:lvl1pPr algn="l" defTabSz="914400" rtl="0" eaLnBrk="1" latinLnBrk="0" hangingPunct="1">
        <a:lnSpc>
          <a:spcPct val="88000"/>
        </a:lnSpc>
        <a:spcBef>
          <a:spcPct val="0"/>
        </a:spcBef>
        <a:buNone/>
        <a:defRPr sz="4400" kern="1200" cap="none" spc="4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2DFF2D-EA41-4CBE-9659-C2917E488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1B3B76-BB00-001A-7525-4AFFEFE5F0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0000" y="720000"/>
            <a:ext cx="5015638" cy="2804400"/>
          </a:xfrm>
        </p:spPr>
        <p:txBody>
          <a:bodyPr>
            <a:normAutofit/>
          </a:bodyPr>
          <a:lstStyle/>
          <a:p>
            <a:r>
              <a:rPr lang="en-US" dirty="0"/>
              <a:t>Pager Rotation Duties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9C038F-CDFF-F43F-AC9B-09A38BE99C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0000" y="3830399"/>
            <a:ext cx="5015638" cy="1936800"/>
          </a:xfrm>
        </p:spPr>
        <p:txBody>
          <a:bodyPr>
            <a:normAutofit/>
          </a:bodyPr>
          <a:lstStyle/>
          <a:p>
            <a:r>
              <a:rPr lang="en-US" dirty="0"/>
              <a:t>On Call Doesn’t Have to Suck</a:t>
            </a:r>
          </a:p>
          <a:p>
            <a:r>
              <a:rPr lang="en-US" dirty="0"/>
              <a:t>Katherine Brown (Graham)</a:t>
            </a:r>
          </a:p>
          <a:p>
            <a:r>
              <a:rPr lang="en-US"/>
              <a:t>2/8/2026</a:t>
            </a:r>
          </a:p>
        </p:txBody>
      </p:sp>
      <p:pic>
        <p:nvPicPr>
          <p:cNvPr id="4" name="Picture 3" descr="Top view of a background splashed with colors">
            <a:extLst>
              <a:ext uri="{FF2B5EF4-FFF2-40B4-BE49-F238E27FC236}">
                <a16:creationId xmlns:a16="http://schemas.microsoft.com/office/drawing/2014/main" id="{DBD9B06C-3F9A-9269-D7F0-1602E3004B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544" r="31183" b="1"/>
          <a:stretch>
            <a:fillRect/>
          </a:stretch>
        </p:blipFill>
        <p:spPr>
          <a:xfrm>
            <a:off x="6529067" y="10"/>
            <a:ext cx="5662935" cy="6857990"/>
          </a:xfrm>
          <a:custGeom>
            <a:avLst/>
            <a:gdLst/>
            <a:ahLst/>
            <a:cxnLst/>
            <a:rect l="l" t="t" r="r" b="b"/>
            <a:pathLst>
              <a:path w="5662935" h="6858000">
                <a:moveTo>
                  <a:pt x="598332" y="0"/>
                </a:moveTo>
                <a:lnTo>
                  <a:pt x="5662935" y="0"/>
                </a:lnTo>
                <a:lnTo>
                  <a:pt x="5662935" y="6858000"/>
                </a:lnTo>
                <a:lnTo>
                  <a:pt x="0" y="6858000"/>
                </a:lnTo>
                <a:lnTo>
                  <a:pt x="78957" y="6777438"/>
                </a:lnTo>
                <a:cubicBezTo>
                  <a:pt x="291624" y="6544265"/>
                  <a:pt x="490445" y="6275955"/>
                  <a:pt x="672224" y="5969316"/>
                </a:cubicBezTo>
                <a:cubicBezTo>
                  <a:pt x="914597" y="5515036"/>
                  <a:pt x="1066080" y="5030470"/>
                  <a:pt x="1217563" y="4515619"/>
                </a:cubicBezTo>
                <a:cubicBezTo>
                  <a:pt x="1338748" y="3970483"/>
                  <a:pt x="1399341" y="3516203"/>
                  <a:pt x="1399341" y="3061922"/>
                </a:cubicBezTo>
                <a:cubicBezTo>
                  <a:pt x="1399341" y="1948936"/>
                  <a:pt x="1190580" y="1021447"/>
                  <a:pt x="773055" y="27945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906207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BFB0E95-9CAE-4968-A118-2B9F7C8BBB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0BBC371-361C-45F7-9235-C3252E336B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EF03AC-1AFD-D1BC-2F55-A2F71C4DF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2" cy="681586"/>
          </a:xfrm>
        </p:spPr>
        <p:txBody>
          <a:bodyPr wrap="square">
            <a:normAutofit/>
          </a:bodyPr>
          <a:lstStyle/>
          <a:p>
            <a:r>
              <a:rPr lang="en-US" sz="3200"/>
              <a:t>Pager Rotation in Dev Ops</a:t>
            </a:r>
          </a:p>
        </p:txBody>
      </p:sp>
      <p:sp useBgFill="1">
        <p:nvSpPr>
          <p:cNvPr id="18" name="Freeform: Shape 17">
            <a:extLst>
              <a:ext uri="{FF2B5EF4-FFF2-40B4-BE49-F238E27FC236}">
                <a16:creationId xmlns:a16="http://schemas.microsoft.com/office/drawing/2014/main" id="{4172FA92-6FD3-495F-95A0-4FD85861D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0" y="1734458"/>
            <a:ext cx="12191501" cy="5123544"/>
          </a:xfrm>
          <a:custGeom>
            <a:avLst/>
            <a:gdLst>
              <a:gd name="connsiteX0" fmla="*/ 9255953 w 12191501"/>
              <a:gd name="connsiteY0" fmla="*/ 0 h 4430825"/>
              <a:gd name="connsiteX1" fmla="*/ 10762189 w 12191501"/>
              <a:gd name="connsiteY1" fmla="*/ 67992 h 4430825"/>
              <a:gd name="connsiteX2" fmla="*/ 11364025 w 12191501"/>
              <a:gd name="connsiteY2" fmla="*/ 57486 h 4430825"/>
              <a:gd name="connsiteX3" fmla="*/ 12096632 w 12191501"/>
              <a:gd name="connsiteY3" fmla="*/ 44699 h 4430825"/>
              <a:gd name="connsiteX4" fmla="*/ 12191501 w 12191501"/>
              <a:gd name="connsiteY4" fmla="*/ 43042 h 4430825"/>
              <a:gd name="connsiteX5" fmla="*/ 12191501 w 12191501"/>
              <a:gd name="connsiteY5" fmla="*/ 4430825 h 4430825"/>
              <a:gd name="connsiteX6" fmla="*/ 0 w 12191501"/>
              <a:gd name="connsiteY6" fmla="*/ 4430825 h 4430825"/>
              <a:gd name="connsiteX7" fmla="*/ 10182 w 12191501"/>
              <a:gd name="connsiteY7" fmla="*/ 95053 h 4430825"/>
              <a:gd name="connsiteX8" fmla="*/ 70972 w 12191501"/>
              <a:gd name="connsiteY8" fmla="*/ 97164 h 4430825"/>
              <a:gd name="connsiteX9" fmla="*/ 1281624 w 12191501"/>
              <a:gd name="connsiteY9" fmla="*/ 139193 h 4430825"/>
              <a:gd name="connsiteX10" fmla="*/ 2485297 w 12191501"/>
              <a:gd name="connsiteY10" fmla="*/ 118183 h 4430825"/>
              <a:gd name="connsiteX11" fmla="*/ 3237591 w 12191501"/>
              <a:gd name="connsiteY11" fmla="*/ 105051 h 4430825"/>
              <a:gd name="connsiteX12" fmla="*/ 3989887 w 12191501"/>
              <a:gd name="connsiteY12" fmla="*/ 91920 h 4430825"/>
              <a:gd name="connsiteX13" fmla="*/ 9255953 w 12191501"/>
              <a:gd name="connsiteY13" fmla="*/ 0 h 4430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1501" h="4430825">
                <a:moveTo>
                  <a:pt x="9255953" y="0"/>
                </a:moveTo>
                <a:cubicBezTo>
                  <a:pt x="10762189" y="67992"/>
                  <a:pt x="10762189" y="67992"/>
                  <a:pt x="10762189" y="67992"/>
                </a:cubicBezTo>
                <a:cubicBezTo>
                  <a:pt x="11364025" y="57486"/>
                  <a:pt x="11364025" y="57486"/>
                  <a:pt x="11364025" y="57486"/>
                </a:cubicBezTo>
                <a:cubicBezTo>
                  <a:pt x="11589714" y="53547"/>
                  <a:pt x="11836561" y="49238"/>
                  <a:pt x="12096632" y="44699"/>
                </a:cubicBezTo>
                <a:lnTo>
                  <a:pt x="12191501" y="43042"/>
                </a:lnTo>
                <a:lnTo>
                  <a:pt x="12191501" y="4430825"/>
                </a:lnTo>
                <a:lnTo>
                  <a:pt x="0" y="4430825"/>
                </a:lnTo>
                <a:lnTo>
                  <a:pt x="10182" y="95053"/>
                </a:lnTo>
                <a:lnTo>
                  <a:pt x="70972" y="97164"/>
                </a:lnTo>
                <a:cubicBezTo>
                  <a:pt x="1281624" y="139193"/>
                  <a:pt x="1281624" y="139193"/>
                  <a:pt x="1281624" y="139193"/>
                </a:cubicBezTo>
                <a:cubicBezTo>
                  <a:pt x="2485297" y="118183"/>
                  <a:pt x="2485297" y="118183"/>
                  <a:pt x="2485297" y="118183"/>
                </a:cubicBezTo>
                <a:cubicBezTo>
                  <a:pt x="2786215" y="112930"/>
                  <a:pt x="2936672" y="110304"/>
                  <a:pt x="3237591" y="105051"/>
                </a:cubicBezTo>
                <a:cubicBezTo>
                  <a:pt x="3538508" y="99800"/>
                  <a:pt x="3839426" y="94546"/>
                  <a:pt x="3989887" y="91920"/>
                </a:cubicBezTo>
                <a:cubicBezTo>
                  <a:pt x="9255953" y="0"/>
                  <a:pt x="9255953" y="0"/>
                  <a:pt x="9255953" y="0"/>
                </a:cubicBezTo>
                <a:close/>
              </a:path>
            </a:pathLst>
          </a:cu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graphicFrame>
        <p:nvGraphicFramePr>
          <p:cNvPr id="19" name="Rectangle 1">
            <a:extLst>
              <a:ext uri="{FF2B5EF4-FFF2-40B4-BE49-F238E27FC236}">
                <a16:creationId xmlns:a16="http://schemas.microsoft.com/office/drawing/2014/main" id="{B8ABE7C8-4A2C-EA90-FB55-CB1F16A11B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00170876"/>
              </p:ext>
            </p:extLst>
          </p:nvPr>
        </p:nvGraphicFramePr>
        <p:xfrm>
          <a:off x="720725" y="2541588"/>
          <a:ext cx="10728325" cy="3587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90635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08119F7-B84E-4EBF-919F-A9B0F6D92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AA17479-17CB-402A-8689-750C6F3858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26F203-E0F6-C88D-B8F0-9F90A03DF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619200"/>
            <a:ext cx="3107463" cy="5510138"/>
          </a:xfrm>
        </p:spPr>
        <p:txBody>
          <a:bodyPr>
            <a:normAutofit/>
          </a:bodyPr>
          <a:lstStyle/>
          <a:p>
            <a:r>
              <a:rPr lang="en-US" dirty="0"/>
              <a:t>Why Pager Rotation Matters</a:t>
            </a: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F534AA72-89BF-4BB0-B339-DEB9FC7F1B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82978" y="0"/>
            <a:ext cx="7809022" cy="6858000"/>
          </a:xfrm>
          <a:custGeom>
            <a:avLst/>
            <a:gdLst>
              <a:gd name="connsiteX0" fmla="*/ 27229 w 7809022"/>
              <a:gd name="connsiteY0" fmla="*/ 0 h 6858000"/>
              <a:gd name="connsiteX1" fmla="*/ 7809022 w 7809022"/>
              <a:gd name="connsiteY1" fmla="*/ 0 h 6858000"/>
              <a:gd name="connsiteX2" fmla="*/ 7809022 w 7809022"/>
              <a:gd name="connsiteY2" fmla="*/ 6858000 h 6858000"/>
              <a:gd name="connsiteX3" fmla="*/ 41303 w 7809022"/>
              <a:gd name="connsiteY3" fmla="*/ 6858000 h 6858000"/>
              <a:gd name="connsiteX4" fmla="*/ 41303 w 7809022"/>
              <a:gd name="connsiteY4" fmla="*/ 6822879 h 6858000"/>
              <a:gd name="connsiteX5" fmla="*/ 41303 w 7809022"/>
              <a:gd name="connsiteY5" fmla="*/ 6667752 h 6858000"/>
              <a:gd name="connsiteX6" fmla="*/ 0 w 7809022"/>
              <a:gd name="connsiteY6" fmla="*/ 3813425 h 6858000"/>
              <a:gd name="connsiteX7" fmla="*/ 41303 w 7809022"/>
              <a:gd name="connsiteY7" fmla="*/ 2572413 h 6858000"/>
              <a:gd name="connsiteX8" fmla="*/ 41303 w 7809022"/>
              <a:gd name="connsiteY8" fmla="*/ 1496869 h 6858000"/>
              <a:gd name="connsiteX9" fmla="*/ 41303 w 7809022"/>
              <a:gd name="connsiteY9" fmla="*/ 1083199 h 6858000"/>
              <a:gd name="connsiteX10" fmla="*/ 0 w 7809022"/>
              <a:gd name="connsiteY10" fmla="*/ 545427 h 6858000"/>
              <a:gd name="connsiteX11" fmla="*/ 22153 w 7809022"/>
              <a:gd name="connsiteY11" fmla="*/ 10166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809022" h="6858000">
                <a:moveTo>
                  <a:pt x="27229" y="0"/>
                </a:moveTo>
                <a:lnTo>
                  <a:pt x="7809022" y="0"/>
                </a:lnTo>
                <a:lnTo>
                  <a:pt x="7809022" y="6858000"/>
                </a:lnTo>
                <a:lnTo>
                  <a:pt x="41303" y="6858000"/>
                </a:lnTo>
                <a:lnTo>
                  <a:pt x="41303" y="6822879"/>
                </a:lnTo>
                <a:cubicBezTo>
                  <a:pt x="41303" y="6760828"/>
                  <a:pt x="41303" y="6709119"/>
                  <a:pt x="41303" y="6667752"/>
                </a:cubicBezTo>
                <a:cubicBezTo>
                  <a:pt x="41303" y="6667752"/>
                  <a:pt x="41303" y="6667752"/>
                  <a:pt x="0" y="3813425"/>
                </a:cubicBezTo>
                <a:cubicBezTo>
                  <a:pt x="0" y="3813425"/>
                  <a:pt x="0" y="3813425"/>
                  <a:pt x="41303" y="2572413"/>
                </a:cubicBezTo>
                <a:cubicBezTo>
                  <a:pt x="41303" y="2572413"/>
                  <a:pt x="41303" y="2572413"/>
                  <a:pt x="41303" y="1496869"/>
                </a:cubicBezTo>
                <a:cubicBezTo>
                  <a:pt x="41303" y="1455502"/>
                  <a:pt x="41303" y="1290034"/>
                  <a:pt x="41303" y="1083199"/>
                </a:cubicBezTo>
                <a:cubicBezTo>
                  <a:pt x="41303" y="876364"/>
                  <a:pt x="0" y="710895"/>
                  <a:pt x="0" y="545427"/>
                </a:cubicBezTo>
                <a:cubicBezTo>
                  <a:pt x="0" y="545427"/>
                  <a:pt x="0" y="545427"/>
                  <a:pt x="22153" y="101661"/>
                </a:cubicBezTo>
                <a:close/>
              </a:path>
            </a:pathLst>
          </a:cu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D74C596D-F836-AEA2-CDF2-838924E03C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80267925"/>
              </p:ext>
            </p:extLst>
          </p:nvPr>
        </p:nvGraphicFramePr>
        <p:xfrm>
          <a:off x="5260361" y="728664"/>
          <a:ext cx="6188689" cy="54093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06067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08119F7-B84E-4EBF-919F-A9B0F6D92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AA17479-17CB-402A-8689-750C6F3858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887B64-44CF-1A95-04EB-0047BAD8C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619200"/>
            <a:ext cx="3107463" cy="5510138"/>
          </a:xfrm>
        </p:spPr>
        <p:txBody>
          <a:bodyPr>
            <a:normAutofit/>
          </a:bodyPr>
          <a:lstStyle/>
          <a:p>
            <a:r>
              <a:rPr lang="en-US" dirty="0"/>
              <a:t>On Call Responsibilities</a:t>
            </a: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F534AA72-89BF-4BB0-B339-DEB9FC7F1B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82978" y="0"/>
            <a:ext cx="7809022" cy="6858000"/>
          </a:xfrm>
          <a:custGeom>
            <a:avLst/>
            <a:gdLst>
              <a:gd name="connsiteX0" fmla="*/ 27229 w 7809022"/>
              <a:gd name="connsiteY0" fmla="*/ 0 h 6858000"/>
              <a:gd name="connsiteX1" fmla="*/ 7809022 w 7809022"/>
              <a:gd name="connsiteY1" fmla="*/ 0 h 6858000"/>
              <a:gd name="connsiteX2" fmla="*/ 7809022 w 7809022"/>
              <a:gd name="connsiteY2" fmla="*/ 6858000 h 6858000"/>
              <a:gd name="connsiteX3" fmla="*/ 41303 w 7809022"/>
              <a:gd name="connsiteY3" fmla="*/ 6858000 h 6858000"/>
              <a:gd name="connsiteX4" fmla="*/ 41303 w 7809022"/>
              <a:gd name="connsiteY4" fmla="*/ 6822879 h 6858000"/>
              <a:gd name="connsiteX5" fmla="*/ 41303 w 7809022"/>
              <a:gd name="connsiteY5" fmla="*/ 6667752 h 6858000"/>
              <a:gd name="connsiteX6" fmla="*/ 0 w 7809022"/>
              <a:gd name="connsiteY6" fmla="*/ 3813425 h 6858000"/>
              <a:gd name="connsiteX7" fmla="*/ 41303 w 7809022"/>
              <a:gd name="connsiteY7" fmla="*/ 2572413 h 6858000"/>
              <a:gd name="connsiteX8" fmla="*/ 41303 w 7809022"/>
              <a:gd name="connsiteY8" fmla="*/ 1496869 h 6858000"/>
              <a:gd name="connsiteX9" fmla="*/ 41303 w 7809022"/>
              <a:gd name="connsiteY9" fmla="*/ 1083199 h 6858000"/>
              <a:gd name="connsiteX10" fmla="*/ 0 w 7809022"/>
              <a:gd name="connsiteY10" fmla="*/ 545427 h 6858000"/>
              <a:gd name="connsiteX11" fmla="*/ 22153 w 7809022"/>
              <a:gd name="connsiteY11" fmla="*/ 10166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809022" h="6858000">
                <a:moveTo>
                  <a:pt x="27229" y="0"/>
                </a:moveTo>
                <a:lnTo>
                  <a:pt x="7809022" y="0"/>
                </a:lnTo>
                <a:lnTo>
                  <a:pt x="7809022" y="6858000"/>
                </a:lnTo>
                <a:lnTo>
                  <a:pt x="41303" y="6858000"/>
                </a:lnTo>
                <a:lnTo>
                  <a:pt x="41303" y="6822879"/>
                </a:lnTo>
                <a:cubicBezTo>
                  <a:pt x="41303" y="6760828"/>
                  <a:pt x="41303" y="6709119"/>
                  <a:pt x="41303" y="6667752"/>
                </a:cubicBezTo>
                <a:cubicBezTo>
                  <a:pt x="41303" y="6667752"/>
                  <a:pt x="41303" y="6667752"/>
                  <a:pt x="0" y="3813425"/>
                </a:cubicBezTo>
                <a:cubicBezTo>
                  <a:pt x="0" y="3813425"/>
                  <a:pt x="0" y="3813425"/>
                  <a:pt x="41303" y="2572413"/>
                </a:cubicBezTo>
                <a:cubicBezTo>
                  <a:pt x="41303" y="2572413"/>
                  <a:pt x="41303" y="2572413"/>
                  <a:pt x="41303" y="1496869"/>
                </a:cubicBezTo>
                <a:cubicBezTo>
                  <a:pt x="41303" y="1455502"/>
                  <a:pt x="41303" y="1290034"/>
                  <a:pt x="41303" y="1083199"/>
                </a:cubicBezTo>
                <a:cubicBezTo>
                  <a:pt x="41303" y="876364"/>
                  <a:pt x="0" y="710895"/>
                  <a:pt x="0" y="545427"/>
                </a:cubicBezTo>
                <a:cubicBezTo>
                  <a:pt x="0" y="545427"/>
                  <a:pt x="0" y="545427"/>
                  <a:pt x="22153" y="101661"/>
                </a:cubicBezTo>
                <a:close/>
              </a:path>
            </a:pathLst>
          </a:cu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4C08A1FB-C7F1-0173-0155-839E8DC749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39804298"/>
              </p:ext>
            </p:extLst>
          </p:nvPr>
        </p:nvGraphicFramePr>
        <p:xfrm>
          <a:off x="5260361" y="728664"/>
          <a:ext cx="6188689" cy="54093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111264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FB0E95-9CAE-4968-A118-2B9F7C8BBB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BBC371-361C-45F7-9235-C3252E336B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30ADD4-6125-785D-1DEE-A3B4F3D96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2" cy="681586"/>
          </a:xfrm>
        </p:spPr>
        <p:txBody>
          <a:bodyPr wrap="square">
            <a:normAutofit/>
          </a:bodyPr>
          <a:lstStyle/>
          <a:p>
            <a:r>
              <a:rPr lang="en-US" sz="3200"/>
              <a:t>Secondary On Call and Escalation</a:t>
            </a: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4172FA92-6FD3-495F-95A0-4FD85861D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0" y="1734458"/>
            <a:ext cx="12191501" cy="5123544"/>
          </a:xfrm>
          <a:custGeom>
            <a:avLst/>
            <a:gdLst>
              <a:gd name="connsiteX0" fmla="*/ 9255953 w 12191501"/>
              <a:gd name="connsiteY0" fmla="*/ 0 h 4430825"/>
              <a:gd name="connsiteX1" fmla="*/ 10762189 w 12191501"/>
              <a:gd name="connsiteY1" fmla="*/ 67992 h 4430825"/>
              <a:gd name="connsiteX2" fmla="*/ 11364025 w 12191501"/>
              <a:gd name="connsiteY2" fmla="*/ 57486 h 4430825"/>
              <a:gd name="connsiteX3" fmla="*/ 12096632 w 12191501"/>
              <a:gd name="connsiteY3" fmla="*/ 44699 h 4430825"/>
              <a:gd name="connsiteX4" fmla="*/ 12191501 w 12191501"/>
              <a:gd name="connsiteY4" fmla="*/ 43042 h 4430825"/>
              <a:gd name="connsiteX5" fmla="*/ 12191501 w 12191501"/>
              <a:gd name="connsiteY5" fmla="*/ 4430825 h 4430825"/>
              <a:gd name="connsiteX6" fmla="*/ 0 w 12191501"/>
              <a:gd name="connsiteY6" fmla="*/ 4430825 h 4430825"/>
              <a:gd name="connsiteX7" fmla="*/ 10182 w 12191501"/>
              <a:gd name="connsiteY7" fmla="*/ 95053 h 4430825"/>
              <a:gd name="connsiteX8" fmla="*/ 70972 w 12191501"/>
              <a:gd name="connsiteY8" fmla="*/ 97164 h 4430825"/>
              <a:gd name="connsiteX9" fmla="*/ 1281624 w 12191501"/>
              <a:gd name="connsiteY9" fmla="*/ 139193 h 4430825"/>
              <a:gd name="connsiteX10" fmla="*/ 2485297 w 12191501"/>
              <a:gd name="connsiteY10" fmla="*/ 118183 h 4430825"/>
              <a:gd name="connsiteX11" fmla="*/ 3237591 w 12191501"/>
              <a:gd name="connsiteY11" fmla="*/ 105051 h 4430825"/>
              <a:gd name="connsiteX12" fmla="*/ 3989887 w 12191501"/>
              <a:gd name="connsiteY12" fmla="*/ 91920 h 4430825"/>
              <a:gd name="connsiteX13" fmla="*/ 9255953 w 12191501"/>
              <a:gd name="connsiteY13" fmla="*/ 0 h 4430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1501" h="4430825">
                <a:moveTo>
                  <a:pt x="9255953" y="0"/>
                </a:moveTo>
                <a:cubicBezTo>
                  <a:pt x="10762189" y="67992"/>
                  <a:pt x="10762189" y="67992"/>
                  <a:pt x="10762189" y="67992"/>
                </a:cubicBezTo>
                <a:cubicBezTo>
                  <a:pt x="11364025" y="57486"/>
                  <a:pt x="11364025" y="57486"/>
                  <a:pt x="11364025" y="57486"/>
                </a:cubicBezTo>
                <a:cubicBezTo>
                  <a:pt x="11589714" y="53547"/>
                  <a:pt x="11836561" y="49238"/>
                  <a:pt x="12096632" y="44699"/>
                </a:cubicBezTo>
                <a:lnTo>
                  <a:pt x="12191501" y="43042"/>
                </a:lnTo>
                <a:lnTo>
                  <a:pt x="12191501" y="4430825"/>
                </a:lnTo>
                <a:lnTo>
                  <a:pt x="0" y="4430825"/>
                </a:lnTo>
                <a:lnTo>
                  <a:pt x="10182" y="95053"/>
                </a:lnTo>
                <a:lnTo>
                  <a:pt x="70972" y="97164"/>
                </a:lnTo>
                <a:cubicBezTo>
                  <a:pt x="1281624" y="139193"/>
                  <a:pt x="1281624" y="139193"/>
                  <a:pt x="1281624" y="139193"/>
                </a:cubicBezTo>
                <a:cubicBezTo>
                  <a:pt x="2485297" y="118183"/>
                  <a:pt x="2485297" y="118183"/>
                  <a:pt x="2485297" y="118183"/>
                </a:cubicBezTo>
                <a:cubicBezTo>
                  <a:pt x="2786215" y="112930"/>
                  <a:pt x="2936672" y="110304"/>
                  <a:pt x="3237591" y="105051"/>
                </a:cubicBezTo>
                <a:cubicBezTo>
                  <a:pt x="3538508" y="99800"/>
                  <a:pt x="3839426" y="94546"/>
                  <a:pt x="3989887" y="91920"/>
                </a:cubicBezTo>
                <a:cubicBezTo>
                  <a:pt x="9255953" y="0"/>
                  <a:pt x="9255953" y="0"/>
                  <a:pt x="9255953" y="0"/>
                </a:cubicBezTo>
                <a:close/>
              </a:path>
            </a:pathLst>
          </a:cu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6FC9E1EA-8426-9426-6142-53AE055EFF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36606311"/>
              </p:ext>
            </p:extLst>
          </p:nvPr>
        </p:nvGraphicFramePr>
        <p:xfrm>
          <a:off x="720725" y="2541588"/>
          <a:ext cx="10728325" cy="3587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699063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08119F7-B84E-4EBF-919F-A9B0F6D92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AA17479-17CB-402A-8689-750C6F3858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096D1B-9763-0978-0EF1-B49014B61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619200"/>
            <a:ext cx="3107463" cy="5510138"/>
          </a:xfrm>
        </p:spPr>
        <p:txBody>
          <a:bodyPr>
            <a:normAutofit/>
          </a:bodyPr>
          <a:lstStyle/>
          <a:p>
            <a:r>
              <a:rPr lang="en-US" dirty="0"/>
              <a:t>Rotation Design Best Practices</a:t>
            </a: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F534AA72-89BF-4BB0-B339-DEB9FC7F1B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82978" y="0"/>
            <a:ext cx="7809022" cy="6858000"/>
          </a:xfrm>
          <a:custGeom>
            <a:avLst/>
            <a:gdLst>
              <a:gd name="connsiteX0" fmla="*/ 27229 w 7809022"/>
              <a:gd name="connsiteY0" fmla="*/ 0 h 6858000"/>
              <a:gd name="connsiteX1" fmla="*/ 7809022 w 7809022"/>
              <a:gd name="connsiteY1" fmla="*/ 0 h 6858000"/>
              <a:gd name="connsiteX2" fmla="*/ 7809022 w 7809022"/>
              <a:gd name="connsiteY2" fmla="*/ 6858000 h 6858000"/>
              <a:gd name="connsiteX3" fmla="*/ 41303 w 7809022"/>
              <a:gd name="connsiteY3" fmla="*/ 6858000 h 6858000"/>
              <a:gd name="connsiteX4" fmla="*/ 41303 w 7809022"/>
              <a:gd name="connsiteY4" fmla="*/ 6822879 h 6858000"/>
              <a:gd name="connsiteX5" fmla="*/ 41303 w 7809022"/>
              <a:gd name="connsiteY5" fmla="*/ 6667752 h 6858000"/>
              <a:gd name="connsiteX6" fmla="*/ 0 w 7809022"/>
              <a:gd name="connsiteY6" fmla="*/ 3813425 h 6858000"/>
              <a:gd name="connsiteX7" fmla="*/ 41303 w 7809022"/>
              <a:gd name="connsiteY7" fmla="*/ 2572413 h 6858000"/>
              <a:gd name="connsiteX8" fmla="*/ 41303 w 7809022"/>
              <a:gd name="connsiteY8" fmla="*/ 1496869 h 6858000"/>
              <a:gd name="connsiteX9" fmla="*/ 41303 w 7809022"/>
              <a:gd name="connsiteY9" fmla="*/ 1083199 h 6858000"/>
              <a:gd name="connsiteX10" fmla="*/ 0 w 7809022"/>
              <a:gd name="connsiteY10" fmla="*/ 545427 h 6858000"/>
              <a:gd name="connsiteX11" fmla="*/ 22153 w 7809022"/>
              <a:gd name="connsiteY11" fmla="*/ 10166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809022" h="6858000">
                <a:moveTo>
                  <a:pt x="27229" y="0"/>
                </a:moveTo>
                <a:lnTo>
                  <a:pt x="7809022" y="0"/>
                </a:lnTo>
                <a:lnTo>
                  <a:pt x="7809022" y="6858000"/>
                </a:lnTo>
                <a:lnTo>
                  <a:pt x="41303" y="6858000"/>
                </a:lnTo>
                <a:lnTo>
                  <a:pt x="41303" y="6822879"/>
                </a:lnTo>
                <a:cubicBezTo>
                  <a:pt x="41303" y="6760828"/>
                  <a:pt x="41303" y="6709119"/>
                  <a:pt x="41303" y="6667752"/>
                </a:cubicBezTo>
                <a:cubicBezTo>
                  <a:pt x="41303" y="6667752"/>
                  <a:pt x="41303" y="6667752"/>
                  <a:pt x="0" y="3813425"/>
                </a:cubicBezTo>
                <a:cubicBezTo>
                  <a:pt x="0" y="3813425"/>
                  <a:pt x="0" y="3813425"/>
                  <a:pt x="41303" y="2572413"/>
                </a:cubicBezTo>
                <a:cubicBezTo>
                  <a:pt x="41303" y="2572413"/>
                  <a:pt x="41303" y="2572413"/>
                  <a:pt x="41303" y="1496869"/>
                </a:cubicBezTo>
                <a:cubicBezTo>
                  <a:pt x="41303" y="1455502"/>
                  <a:pt x="41303" y="1290034"/>
                  <a:pt x="41303" y="1083199"/>
                </a:cubicBezTo>
                <a:cubicBezTo>
                  <a:pt x="41303" y="876364"/>
                  <a:pt x="0" y="710895"/>
                  <a:pt x="0" y="545427"/>
                </a:cubicBezTo>
                <a:cubicBezTo>
                  <a:pt x="0" y="545427"/>
                  <a:pt x="0" y="545427"/>
                  <a:pt x="22153" y="101661"/>
                </a:cubicBezTo>
                <a:close/>
              </a:path>
            </a:pathLst>
          </a:cu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CE272640-8881-0199-9EBC-A263DD5605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99101076"/>
              </p:ext>
            </p:extLst>
          </p:nvPr>
        </p:nvGraphicFramePr>
        <p:xfrm>
          <a:off x="5260361" y="728664"/>
          <a:ext cx="6188689" cy="54093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041297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08119F7-B84E-4EBF-919F-A9B0F6D92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AA17479-17CB-402A-8689-750C6F3858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5F68CE-60EC-04F2-70BD-DED94E5E9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619200"/>
            <a:ext cx="3107463" cy="5510138"/>
          </a:xfrm>
        </p:spPr>
        <p:txBody>
          <a:bodyPr>
            <a:normAutofit/>
          </a:bodyPr>
          <a:lstStyle/>
          <a:p>
            <a:r>
              <a:rPr lang="en-US" dirty="0"/>
              <a:t>Alert Quality and Pager Fatigue</a:t>
            </a: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F534AA72-89BF-4BB0-B339-DEB9FC7F1B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82978" y="0"/>
            <a:ext cx="7809022" cy="6858000"/>
          </a:xfrm>
          <a:custGeom>
            <a:avLst/>
            <a:gdLst>
              <a:gd name="connsiteX0" fmla="*/ 27229 w 7809022"/>
              <a:gd name="connsiteY0" fmla="*/ 0 h 6858000"/>
              <a:gd name="connsiteX1" fmla="*/ 7809022 w 7809022"/>
              <a:gd name="connsiteY1" fmla="*/ 0 h 6858000"/>
              <a:gd name="connsiteX2" fmla="*/ 7809022 w 7809022"/>
              <a:gd name="connsiteY2" fmla="*/ 6858000 h 6858000"/>
              <a:gd name="connsiteX3" fmla="*/ 41303 w 7809022"/>
              <a:gd name="connsiteY3" fmla="*/ 6858000 h 6858000"/>
              <a:gd name="connsiteX4" fmla="*/ 41303 w 7809022"/>
              <a:gd name="connsiteY4" fmla="*/ 6822879 h 6858000"/>
              <a:gd name="connsiteX5" fmla="*/ 41303 w 7809022"/>
              <a:gd name="connsiteY5" fmla="*/ 6667752 h 6858000"/>
              <a:gd name="connsiteX6" fmla="*/ 0 w 7809022"/>
              <a:gd name="connsiteY6" fmla="*/ 3813425 h 6858000"/>
              <a:gd name="connsiteX7" fmla="*/ 41303 w 7809022"/>
              <a:gd name="connsiteY7" fmla="*/ 2572413 h 6858000"/>
              <a:gd name="connsiteX8" fmla="*/ 41303 w 7809022"/>
              <a:gd name="connsiteY8" fmla="*/ 1496869 h 6858000"/>
              <a:gd name="connsiteX9" fmla="*/ 41303 w 7809022"/>
              <a:gd name="connsiteY9" fmla="*/ 1083199 h 6858000"/>
              <a:gd name="connsiteX10" fmla="*/ 0 w 7809022"/>
              <a:gd name="connsiteY10" fmla="*/ 545427 h 6858000"/>
              <a:gd name="connsiteX11" fmla="*/ 22153 w 7809022"/>
              <a:gd name="connsiteY11" fmla="*/ 10166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809022" h="6858000">
                <a:moveTo>
                  <a:pt x="27229" y="0"/>
                </a:moveTo>
                <a:lnTo>
                  <a:pt x="7809022" y="0"/>
                </a:lnTo>
                <a:lnTo>
                  <a:pt x="7809022" y="6858000"/>
                </a:lnTo>
                <a:lnTo>
                  <a:pt x="41303" y="6858000"/>
                </a:lnTo>
                <a:lnTo>
                  <a:pt x="41303" y="6822879"/>
                </a:lnTo>
                <a:cubicBezTo>
                  <a:pt x="41303" y="6760828"/>
                  <a:pt x="41303" y="6709119"/>
                  <a:pt x="41303" y="6667752"/>
                </a:cubicBezTo>
                <a:cubicBezTo>
                  <a:pt x="41303" y="6667752"/>
                  <a:pt x="41303" y="6667752"/>
                  <a:pt x="0" y="3813425"/>
                </a:cubicBezTo>
                <a:cubicBezTo>
                  <a:pt x="0" y="3813425"/>
                  <a:pt x="0" y="3813425"/>
                  <a:pt x="41303" y="2572413"/>
                </a:cubicBezTo>
                <a:cubicBezTo>
                  <a:pt x="41303" y="2572413"/>
                  <a:pt x="41303" y="2572413"/>
                  <a:pt x="41303" y="1496869"/>
                </a:cubicBezTo>
                <a:cubicBezTo>
                  <a:pt x="41303" y="1455502"/>
                  <a:pt x="41303" y="1290034"/>
                  <a:pt x="41303" y="1083199"/>
                </a:cubicBezTo>
                <a:cubicBezTo>
                  <a:pt x="41303" y="876364"/>
                  <a:pt x="0" y="710895"/>
                  <a:pt x="0" y="545427"/>
                </a:cubicBezTo>
                <a:cubicBezTo>
                  <a:pt x="0" y="545427"/>
                  <a:pt x="0" y="545427"/>
                  <a:pt x="22153" y="101661"/>
                </a:cubicBezTo>
                <a:close/>
              </a:path>
            </a:pathLst>
          </a:cu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8AE247F1-BF0F-2BEE-30C8-D83042EA9B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89964275"/>
              </p:ext>
            </p:extLst>
          </p:nvPr>
        </p:nvGraphicFramePr>
        <p:xfrm>
          <a:off x="5260361" y="728664"/>
          <a:ext cx="6188689" cy="54093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714080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08119F7-B84E-4EBF-919F-A9B0F6D92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AA17479-17CB-402A-8689-750C6F3858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6A951A-31DD-586A-0998-D444D90A1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619200"/>
            <a:ext cx="3107463" cy="5510138"/>
          </a:xfrm>
        </p:spPr>
        <p:txBody>
          <a:bodyPr>
            <a:normAutofit/>
          </a:bodyPr>
          <a:lstStyle/>
          <a:p>
            <a:r>
              <a:rPr lang="en-US" dirty="0"/>
              <a:t>Handoff and Runbooks</a:t>
            </a: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F534AA72-89BF-4BB0-B339-DEB9FC7F1B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82978" y="0"/>
            <a:ext cx="7809022" cy="6858000"/>
          </a:xfrm>
          <a:custGeom>
            <a:avLst/>
            <a:gdLst>
              <a:gd name="connsiteX0" fmla="*/ 27229 w 7809022"/>
              <a:gd name="connsiteY0" fmla="*/ 0 h 6858000"/>
              <a:gd name="connsiteX1" fmla="*/ 7809022 w 7809022"/>
              <a:gd name="connsiteY1" fmla="*/ 0 h 6858000"/>
              <a:gd name="connsiteX2" fmla="*/ 7809022 w 7809022"/>
              <a:gd name="connsiteY2" fmla="*/ 6858000 h 6858000"/>
              <a:gd name="connsiteX3" fmla="*/ 41303 w 7809022"/>
              <a:gd name="connsiteY3" fmla="*/ 6858000 h 6858000"/>
              <a:gd name="connsiteX4" fmla="*/ 41303 w 7809022"/>
              <a:gd name="connsiteY4" fmla="*/ 6822879 h 6858000"/>
              <a:gd name="connsiteX5" fmla="*/ 41303 w 7809022"/>
              <a:gd name="connsiteY5" fmla="*/ 6667752 h 6858000"/>
              <a:gd name="connsiteX6" fmla="*/ 0 w 7809022"/>
              <a:gd name="connsiteY6" fmla="*/ 3813425 h 6858000"/>
              <a:gd name="connsiteX7" fmla="*/ 41303 w 7809022"/>
              <a:gd name="connsiteY7" fmla="*/ 2572413 h 6858000"/>
              <a:gd name="connsiteX8" fmla="*/ 41303 w 7809022"/>
              <a:gd name="connsiteY8" fmla="*/ 1496869 h 6858000"/>
              <a:gd name="connsiteX9" fmla="*/ 41303 w 7809022"/>
              <a:gd name="connsiteY9" fmla="*/ 1083199 h 6858000"/>
              <a:gd name="connsiteX10" fmla="*/ 0 w 7809022"/>
              <a:gd name="connsiteY10" fmla="*/ 545427 h 6858000"/>
              <a:gd name="connsiteX11" fmla="*/ 22153 w 7809022"/>
              <a:gd name="connsiteY11" fmla="*/ 10166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809022" h="6858000">
                <a:moveTo>
                  <a:pt x="27229" y="0"/>
                </a:moveTo>
                <a:lnTo>
                  <a:pt x="7809022" y="0"/>
                </a:lnTo>
                <a:lnTo>
                  <a:pt x="7809022" y="6858000"/>
                </a:lnTo>
                <a:lnTo>
                  <a:pt x="41303" y="6858000"/>
                </a:lnTo>
                <a:lnTo>
                  <a:pt x="41303" y="6822879"/>
                </a:lnTo>
                <a:cubicBezTo>
                  <a:pt x="41303" y="6760828"/>
                  <a:pt x="41303" y="6709119"/>
                  <a:pt x="41303" y="6667752"/>
                </a:cubicBezTo>
                <a:cubicBezTo>
                  <a:pt x="41303" y="6667752"/>
                  <a:pt x="41303" y="6667752"/>
                  <a:pt x="0" y="3813425"/>
                </a:cubicBezTo>
                <a:cubicBezTo>
                  <a:pt x="0" y="3813425"/>
                  <a:pt x="0" y="3813425"/>
                  <a:pt x="41303" y="2572413"/>
                </a:cubicBezTo>
                <a:cubicBezTo>
                  <a:pt x="41303" y="2572413"/>
                  <a:pt x="41303" y="2572413"/>
                  <a:pt x="41303" y="1496869"/>
                </a:cubicBezTo>
                <a:cubicBezTo>
                  <a:pt x="41303" y="1455502"/>
                  <a:pt x="41303" y="1290034"/>
                  <a:pt x="41303" y="1083199"/>
                </a:cubicBezTo>
                <a:cubicBezTo>
                  <a:pt x="41303" y="876364"/>
                  <a:pt x="0" y="710895"/>
                  <a:pt x="0" y="545427"/>
                </a:cubicBezTo>
                <a:cubicBezTo>
                  <a:pt x="0" y="545427"/>
                  <a:pt x="0" y="545427"/>
                  <a:pt x="22153" y="101661"/>
                </a:cubicBezTo>
                <a:close/>
              </a:path>
            </a:pathLst>
          </a:cu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B80DFCF4-22E4-AE2E-1181-91DDB3B1AA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69015322"/>
              </p:ext>
            </p:extLst>
          </p:nvPr>
        </p:nvGraphicFramePr>
        <p:xfrm>
          <a:off x="5260361" y="728664"/>
          <a:ext cx="6188689" cy="54093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148023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7E36D83B-FFDD-4B74-8218-5C27D4229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BCF0890-1109-41C4-9FED-BCA313E724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539A62-478B-2EEF-4EED-161B11CF1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4538" y="619200"/>
            <a:ext cx="3107463" cy="5510138"/>
          </a:xfrm>
        </p:spPr>
        <p:txBody>
          <a:bodyPr>
            <a:normAutofit/>
          </a:bodyPr>
          <a:lstStyle/>
          <a:p>
            <a:r>
              <a:rPr lang="en-US"/>
              <a:t>Learning from Incidents</a:t>
            </a:r>
            <a:endParaRPr lang="en-US" dirty="0"/>
          </a:p>
        </p:txBody>
      </p:sp>
      <p:sp useBgFill="1">
        <p:nvSpPr>
          <p:cNvPr id="28" name="Freeform: Shape 27">
            <a:extLst>
              <a:ext uri="{FF2B5EF4-FFF2-40B4-BE49-F238E27FC236}">
                <a16:creationId xmlns:a16="http://schemas.microsoft.com/office/drawing/2014/main" id="{F534AA72-89BF-4BB0-B339-DEB9FC7F1B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7809022" cy="6858000"/>
          </a:xfrm>
          <a:custGeom>
            <a:avLst/>
            <a:gdLst>
              <a:gd name="connsiteX0" fmla="*/ 27229 w 7809022"/>
              <a:gd name="connsiteY0" fmla="*/ 0 h 6858000"/>
              <a:gd name="connsiteX1" fmla="*/ 7809022 w 7809022"/>
              <a:gd name="connsiteY1" fmla="*/ 0 h 6858000"/>
              <a:gd name="connsiteX2" fmla="*/ 7809022 w 7809022"/>
              <a:gd name="connsiteY2" fmla="*/ 6858000 h 6858000"/>
              <a:gd name="connsiteX3" fmla="*/ 41303 w 7809022"/>
              <a:gd name="connsiteY3" fmla="*/ 6858000 h 6858000"/>
              <a:gd name="connsiteX4" fmla="*/ 41303 w 7809022"/>
              <a:gd name="connsiteY4" fmla="*/ 6822879 h 6858000"/>
              <a:gd name="connsiteX5" fmla="*/ 41303 w 7809022"/>
              <a:gd name="connsiteY5" fmla="*/ 6667752 h 6858000"/>
              <a:gd name="connsiteX6" fmla="*/ 0 w 7809022"/>
              <a:gd name="connsiteY6" fmla="*/ 3813425 h 6858000"/>
              <a:gd name="connsiteX7" fmla="*/ 41303 w 7809022"/>
              <a:gd name="connsiteY7" fmla="*/ 2572413 h 6858000"/>
              <a:gd name="connsiteX8" fmla="*/ 41303 w 7809022"/>
              <a:gd name="connsiteY8" fmla="*/ 1496869 h 6858000"/>
              <a:gd name="connsiteX9" fmla="*/ 41303 w 7809022"/>
              <a:gd name="connsiteY9" fmla="*/ 1083199 h 6858000"/>
              <a:gd name="connsiteX10" fmla="*/ 0 w 7809022"/>
              <a:gd name="connsiteY10" fmla="*/ 545427 h 6858000"/>
              <a:gd name="connsiteX11" fmla="*/ 22153 w 7809022"/>
              <a:gd name="connsiteY11" fmla="*/ 10166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809022" h="6858000">
                <a:moveTo>
                  <a:pt x="27229" y="0"/>
                </a:moveTo>
                <a:lnTo>
                  <a:pt x="7809022" y="0"/>
                </a:lnTo>
                <a:lnTo>
                  <a:pt x="7809022" y="6858000"/>
                </a:lnTo>
                <a:lnTo>
                  <a:pt x="41303" y="6858000"/>
                </a:lnTo>
                <a:lnTo>
                  <a:pt x="41303" y="6822879"/>
                </a:lnTo>
                <a:cubicBezTo>
                  <a:pt x="41303" y="6760828"/>
                  <a:pt x="41303" y="6709119"/>
                  <a:pt x="41303" y="6667752"/>
                </a:cubicBezTo>
                <a:cubicBezTo>
                  <a:pt x="41303" y="6667752"/>
                  <a:pt x="41303" y="6667752"/>
                  <a:pt x="0" y="3813425"/>
                </a:cubicBezTo>
                <a:cubicBezTo>
                  <a:pt x="0" y="3813425"/>
                  <a:pt x="0" y="3813425"/>
                  <a:pt x="41303" y="2572413"/>
                </a:cubicBezTo>
                <a:cubicBezTo>
                  <a:pt x="41303" y="2572413"/>
                  <a:pt x="41303" y="2572413"/>
                  <a:pt x="41303" y="1496869"/>
                </a:cubicBezTo>
                <a:cubicBezTo>
                  <a:pt x="41303" y="1455502"/>
                  <a:pt x="41303" y="1290034"/>
                  <a:pt x="41303" y="1083199"/>
                </a:cubicBezTo>
                <a:cubicBezTo>
                  <a:pt x="41303" y="876364"/>
                  <a:pt x="0" y="710895"/>
                  <a:pt x="0" y="545427"/>
                </a:cubicBezTo>
                <a:cubicBezTo>
                  <a:pt x="0" y="545427"/>
                  <a:pt x="0" y="545427"/>
                  <a:pt x="22153" y="101661"/>
                </a:cubicBezTo>
                <a:close/>
              </a:path>
            </a:pathLst>
          </a:cu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graphicFrame>
        <p:nvGraphicFramePr>
          <p:cNvPr id="29" name="Rectangle 1">
            <a:extLst>
              <a:ext uri="{FF2B5EF4-FFF2-40B4-BE49-F238E27FC236}">
                <a16:creationId xmlns:a16="http://schemas.microsoft.com/office/drawing/2014/main" id="{9447F91F-7DFF-2AEE-E8F4-C9BEE8002C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4595702"/>
              </p:ext>
            </p:extLst>
          </p:nvPr>
        </p:nvGraphicFramePr>
        <p:xfrm>
          <a:off x="720000" y="728664"/>
          <a:ext cx="6188689" cy="54093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309896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08119F7-B84E-4EBF-919F-A9B0F6D92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AA17479-17CB-402A-8689-750C6F3858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6A4322-3E64-6FE1-C83A-670424C8F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619200"/>
            <a:ext cx="3107463" cy="5510138"/>
          </a:xfrm>
        </p:spPr>
        <p:txBody>
          <a:bodyPr>
            <a:normAutofit/>
          </a:bodyPr>
          <a:lstStyle/>
          <a:p>
            <a:r>
              <a:rPr lang="en-US" dirty="0"/>
              <a:t>Team Health and Sustainability</a:t>
            </a: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F534AA72-89BF-4BB0-B339-DEB9FC7F1B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82978" y="0"/>
            <a:ext cx="7809022" cy="6858000"/>
          </a:xfrm>
          <a:custGeom>
            <a:avLst/>
            <a:gdLst>
              <a:gd name="connsiteX0" fmla="*/ 27229 w 7809022"/>
              <a:gd name="connsiteY0" fmla="*/ 0 h 6858000"/>
              <a:gd name="connsiteX1" fmla="*/ 7809022 w 7809022"/>
              <a:gd name="connsiteY1" fmla="*/ 0 h 6858000"/>
              <a:gd name="connsiteX2" fmla="*/ 7809022 w 7809022"/>
              <a:gd name="connsiteY2" fmla="*/ 6858000 h 6858000"/>
              <a:gd name="connsiteX3" fmla="*/ 41303 w 7809022"/>
              <a:gd name="connsiteY3" fmla="*/ 6858000 h 6858000"/>
              <a:gd name="connsiteX4" fmla="*/ 41303 w 7809022"/>
              <a:gd name="connsiteY4" fmla="*/ 6822879 h 6858000"/>
              <a:gd name="connsiteX5" fmla="*/ 41303 w 7809022"/>
              <a:gd name="connsiteY5" fmla="*/ 6667752 h 6858000"/>
              <a:gd name="connsiteX6" fmla="*/ 0 w 7809022"/>
              <a:gd name="connsiteY6" fmla="*/ 3813425 h 6858000"/>
              <a:gd name="connsiteX7" fmla="*/ 41303 w 7809022"/>
              <a:gd name="connsiteY7" fmla="*/ 2572413 h 6858000"/>
              <a:gd name="connsiteX8" fmla="*/ 41303 w 7809022"/>
              <a:gd name="connsiteY8" fmla="*/ 1496869 h 6858000"/>
              <a:gd name="connsiteX9" fmla="*/ 41303 w 7809022"/>
              <a:gd name="connsiteY9" fmla="*/ 1083199 h 6858000"/>
              <a:gd name="connsiteX10" fmla="*/ 0 w 7809022"/>
              <a:gd name="connsiteY10" fmla="*/ 545427 h 6858000"/>
              <a:gd name="connsiteX11" fmla="*/ 22153 w 7809022"/>
              <a:gd name="connsiteY11" fmla="*/ 10166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809022" h="6858000">
                <a:moveTo>
                  <a:pt x="27229" y="0"/>
                </a:moveTo>
                <a:lnTo>
                  <a:pt x="7809022" y="0"/>
                </a:lnTo>
                <a:lnTo>
                  <a:pt x="7809022" y="6858000"/>
                </a:lnTo>
                <a:lnTo>
                  <a:pt x="41303" y="6858000"/>
                </a:lnTo>
                <a:lnTo>
                  <a:pt x="41303" y="6822879"/>
                </a:lnTo>
                <a:cubicBezTo>
                  <a:pt x="41303" y="6760828"/>
                  <a:pt x="41303" y="6709119"/>
                  <a:pt x="41303" y="6667752"/>
                </a:cubicBezTo>
                <a:cubicBezTo>
                  <a:pt x="41303" y="6667752"/>
                  <a:pt x="41303" y="6667752"/>
                  <a:pt x="0" y="3813425"/>
                </a:cubicBezTo>
                <a:cubicBezTo>
                  <a:pt x="0" y="3813425"/>
                  <a:pt x="0" y="3813425"/>
                  <a:pt x="41303" y="2572413"/>
                </a:cubicBezTo>
                <a:cubicBezTo>
                  <a:pt x="41303" y="2572413"/>
                  <a:pt x="41303" y="2572413"/>
                  <a:pt x="41303" y="1496869"/>
                </a:cubicBezTo>
                <a:cubicBezTo>
                  <a:pt x="41303" y="1455502"/>
                  <a:pt x="41303" y="1290034"/>
                  <a:pt x="41303" y="1083199"/>
                </a:cubicBezTo>
                <a:cubicBezTo>
                  <a:pt x="41303" y="876364"/>
                  <a:pt x="0" y="710895"/>
                  <a:pt x="0" y="545427"/>
                </a:cubicBezTo>
                <a:cubicBezTo>
                  <a:pt x="0" y="545427"/>
                  <a:pt x="0" y="545427"/>
                  <a:pt x="22153" y="101661"/>
                </a:cubicBezTo>
                <a:close/>
              </a:path>
            </a:pathLst>
          </a:cu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427703DD-F781-EF45-80B5-A35C55D5C0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11567211"/>
              </p:ext>
            </p:extLst>
          </p:nvPr>
        </p:nvGraphicFramePr>
        <p:xfrm>
          <a:off x="5260361" y="728664"/>
          <a:ext cx="6188689" cy="54093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135213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08119F7-B84E-4EBF-919F-A9B0F6D92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AA17479-17CB-402A-8689-750C6F3858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8F6946-C148-7E7F-7C2F-0859F645F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619200"/>
            <a:ext cx="3107463" cy="5510138"/>
          </a:xfrm>
        </p:spPr>
        <p:txBody>
          <a:bodyPr>
            <a:normAutofit/>
          </a:bodyPr>
          <a:lstStyle/>
          <a:p>
            <a:r>
              <a:rPr lang="en-US" dirty="0"/>
              <a:t>Citation</a:t>
            </a: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F534AA72-89BF-4BB0-B339-DEB9FC7F1B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82978" y="0"/>
            <a:ext cx="7809022" cy="6858000"/>
          </a:xfrm>
          <a:custGeom>
            <a:avLst/>
            <a:gdLst>
              <a:gd name="connsiteX0" fmla="*/ 27229 w 7809022"/>
              <a:gd name="connsiteY0" fmla="*/ 0 h 6858000"/>
              <a:gd name="connsiteX1" fmla="*/ 7809022 w 7809022"/>
              <a:gd name="connsiteY1" fmla="*/ 0 h 6858000"/>
              <a:gd name="connsiteX2" fmla="*/ 7809022 w 7809022"/>
              <a:gd name="connsiteY2" fmla="*/ 6858000 h 6858000"/>
              <a:gd name="connsiteX3" fmla="*/ 41303 w 7809022"/>
              <a:gd name="connsiteY3" fmla="*/ 6858000 h 6858000"/>
              <a:gd name="connsiteX4" fmla="*/ 41303 w 7809022"/>
              <a:gd name="connsiteY4" fmla="*/ 6822879 h 6858000"/>
              <a:gd name="connsiteX5" fmla="*/ 41303 w 7809022"/>
              <a:gd name="connsiteY5" fmla="*/ 6667752 h 6858000"/>
              <a:gd name="connsiteX6" fmla="*/ 0 w 7809022"/>
              <a:gd name="connsiteY6" fmla="*/ 3813425 h 6858000"/>
              <a:gd name="connsiteX7" fmla="*/ 41303 w 7809022"/>
              <a:gd name="connsiteY7" fmla="*/ 2572413 h 6858000"/>
              <a:gd name="connsiteX8" fmla="*/ 41303 w 7809022"/>
              <a:gd name="connsiteY8" fmla="*/ 1496869 h 6858000"/>
              <a:gd name="connsiteX9" fmla="*/ 41303 w 7809022"/>
              <a:gd name="connsiteY9" fmla="*/ 1083199 h 6858000"/>
              <a:gd name="connsiteX10" fmla="*/ 0 w 7809022"/>
              <a:gd name="connsiteY10" fmla="*/ 545427 h 6858000"/>
              <a:gd name="connsiteX11" fmla="*/ 22153 w 7809022"/>
              <a:gd name="connsiteY11" fmla="*/ 10166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809022" h="6858000">
                <a:moveTo>
                  <a:pt x="27229" y="0"/>
                </a:moveTo>
                <a:lnTo>
                  <a:pt x="7809022" y="0"/>
                </a:lnTo>
                <a:lnTo>
                  <a:pt x="7809022" y="6858000"/>
                </a:lnTo>
                <a:lnTo>
                  <a:pt x="41303" y="6858000"/>
                </a:lnTo>
                <a:lnTo>
                  <a:pt x="41303" y="6822879"/>
                </a:lnTo>
                <a:cubicBezTo>
                  <a:pt x="41303" y="6760828"/>
                  <a:pt x="41303" y="6709119"/>
                  <a:pt x="41303" y="6667752"/>
                </a:cubicBezTo>
                <a:cubicBezTo>
                  <a:pt x="41303" y="6667752"/>
                  <a:pt x="41303" y="6667752"/>
                  <a:pt x="0" y="3813425"/>
                </a:cubicBezTo>
                <a:cubicBezTo>
                  <a:pt x="0" y="3813425"/>
                  <a:pt x="0" y="3813425"/>
                  <a:pt x="41303" y="2572413"/>
                </a:cubicBezTo>
                <a:cubicBezTo>
                  <a:pt x="41303" y="2572413"/>
                  <a:pt x="41303" y="2572413"/>
                  <a:pt x="41303" y="1496869"/>
                </a:cubicBezTo>
                <a:cubicBezTo>
                  <a:pt x="41303" y="1455502"/>
                  <a:pt x="41303" y="1290034"/>
                  <a:pt x="41303" y="1083199"/>
                </a:cubicBezTo>
                <a:cubicBezTo>
                  <a:pt x="41303" y="876364"/>
                  <a:pt x="0" y="710895"/>
                  <a:pt x="0" y="545427"/>
                </a:cubicBezTo>
                <a:cubicBezTo>
                  <a:pt x="0" y="545427"/>
                  <a:pt x="0" y="545427"/>
                  <a:pt x="22153" y="101661"/>
                </a:cubicBezTo>
                <a:close/>
              </a:path>
            </a:pathLst>
          </a:cu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8478354-02E7-9691-4ECF-5B625FF269A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55557921"/>
              </p:ext>
            </p:extLst>
          </p:nvPr>
        </p:nvGraphicFramePr>
        <p:xfrm>
          <a:off x="5260361" y="728664"/>
          <a:ext cx="6188689" cy="54093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36225041"/>
      </p:ext>
    </p:extLst>
  </p:cSld>
  <p:clrMapOvr>
    <a:masterClrMapping/>
  </p:clrMapOvr>
</p:sld>
</file>

<file path=ppt/theme/theme1.xml><?xml version="1.0" encoding="utf-8"?>
<a:theme xmlns:a="http://schemas.openxmlformats.org/drawingml/2006/main" name="BlobVTI">
  <a:themeElements>
    <a:clrScheme name="Blob V2">
      <a:dk1>
        <a:sysClr val="windowText" lastClr="000000"/>
      </a:dk1>
      <a:lt1>
        <a:sysClr val="window" lastClr="FFFFFF"/>
      </a:lt1>
      <a:dk2>
        <a:srgbClr val="0B2827"/>
      </a:dk2>
      <a:lt2>
        <a:srgbClr val="DAE3E3"/>
      </a:lt2>
      <a:accent1>
        <a:srgbClr val="B495C2"/>
      </a:accent1>
      <a:accent2>
        <a:srgbClr val="767E37"/>
      </a:accent2>
      <a:accent3>
        <a:srgbClr val="8FA3A3"/>
      </a:accent3>
      <a:accent4>
        <a:srgbClr val="CE7F01"/>
      </a:accent4>
      <a:accent5>
        <a:srgbClr val="D15A29"/>
      </a:accent5>
      <a:accent6>
        <a:srgbClr val="B88470"/>
      </a:accent6>
      <a:hlink>
        <a:srgbClr val="B57001"/>
      </a:hlink>
      <a:folHlink>
        <a:srgbClr val="996209"/>
      </a:folHlink>
    </a:clrScheme>
    <a:fontScheme name="Blob">
      <a:majorFont>
        <a:latin typeface="The Hand Extrablack"/>
        <a:ea typeface=""/>
        <a:cs typeface=""/>
      </a:majorFont>
      <a:minorFont>
        <a:latin typeface="Sagona Book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bVTI" id="{06D3AACF-B619-4265-899F-5E2FB3A445D5}" vid="{F5918863-BA1A-4735-81A8-3E7BFBDA847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368</Words>
  <Application>Microsoft Office PowerPoint</Application>
  <PresentationFormat>Widescreen</PresentationFormat>
  <Paragraphs>59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Sagona Book</vt:lpstr>
      <vt:lpstr>The Hand Extrablack</vt:lpstr>
      <vt:lpstr>BlobVTI</vt:lpstr>
      <vt:lpstr>Pager Rotation Duties</vt:lpstr>
      <vt:lpstr>Pager Rotation in Dev Ops</vt:lpstr>
      <vt:lpstr>Why Pager Rotation Matters</vt:lpstr>
      <vt:lpstr>On Call Responsibilities</vt:lpstr>
      <vt:lpstr>Secondary On Call and Escalation</vt:lpstr>
      <vt:lpstr>Rotation Design Best Practices</vt:lpstr>
      <vt:lpstr>Alert Quality and Pager Fatigue</vt:lpstr>
      <vt:lpstr>Handoff and Runbooks</vt:lpstr>
      <vt:lpstr>Learning from Incidents</vt:lpstr>
      <vt:lpstr>Team Health and Sustainability</vt:lpstr>
      <vt:lpstr>Citation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Katherine Graham</dc:creator>
  <cp:lastModifiedBy>Katherine Graham</cp:lastModifiedBy>
  <cp:revision>1</cp:revision>
  <dcterms:created xsi:type="dcterms:W3CDTF">2026-02-09T01:00:32Z</dcterms:created>
  <dcterms:modified xsi:type="dcterms:W3CDTF">2026-02-09T01:08:33Z</dcterms:modified>
</cp:coreProperties>
</file>