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54" d="100"/>
          <a:sy n="54" d="100"/>
        </p:scale>
        <p:origin x="52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55616E-3651-4E85-8143-531B8ED4E7C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3FC8064-BE7D-4739-BBBE-309D503898E9}">
      <dgm:prSet/>
      <dgm:spPr/>
      <dgm:t>
        <a:bodyPr/>
        <a:lstStyle/>
        <a:p>
          <a:r>
            <a:rPr lang="en-US"/>
            <a:t>Unauthorized or unapproved changes can inject malicious code and vulnerabilities.</a:t>
          </a:r>
        </a:p>
      </dgm:t>
    </dgm:pt>
    <dgm:pt modelId="{B174A46A-E9BC-4FE1-AF1D-9649A67071A9}" type="parTrans" cxnId="{AAB0A89D-65DA-42FD-B688-3C048FD78E46}">
      <dgm:prSet/>
      <dgm:spPr/>
      <dgm:t>
        <a:bodyPr/>
        <a:lstStyle/>
        <a:p>
          <a:endParaRPr lang="en-US"/>
        </a:p>
      </dgm:t>
    </dgm:pt>
    <dgm:pt modelId="{5D2F84ED-8BFB-43C5-A1BE-A1467849195D}" type="sibTrans" cxnId="{AAB0A89D-65DA-42FD-B688-3C048FD78E46}">
      <dgm:prSet/>
      <dgm:spPr/>
      <dgm:t>
        <a:bodyPr/>
        <a:lstStyle/>
        <a:p>
          <a:endParaRPr lang="en-US"/>
        </a:p>
      </dgm:t>
    </dgm:pt>
    <dgm:pt modelId="{B73D62FF-9F2C-463D-BABD-D3E00E880B88}">
      <dgm:prSet/>
      <dgm:spPr/>
      <dgm:t>
        <a:bodyPr/>
        <a:lstStyle/>
        <a:p>
          <a:r>
            <a:rPr lang="en-US"/>
            <a:t>Repositories are common targets</a:t>
          </a:r>
        </a:p>
      </dgm:t>
    </dgm:pt>
    <dgm:pt modelId="{7370866F-4AC4-4777-A606-F67211BE832D}" type="parTrans" cxnId="{4C02D309-CE0D-45B7-AD29-6CE33B33893D}">
      <dgm:prSet/>
      <dgm:spPr/>
      <dgm:t>
        <a:bodyPr/>
        <a:lstStyle/>
        <a:p>
          <a:endParaRPr lang="en-US"/>
        </a:p>
      </dgm:t>
    </dgm:pt>
    <dgm:pt modelId="{465E7303-9155-477D-8227-13CC6AA2AE4B}" type="sibTrans" cxnId="{4C02D309-CE0D-45B7-AD29-6CE33B33893D}">
      <dgm:prSet/>
      <dgm:spPr/>
      <dgm:t>
        <a:bodyPr/>
        <a:lstStyle/>
        <a:p>
          <a:endParaRPr lang="en-US"/>
        </a:p>
      </dgm:t>
    </dgm:pt>
    <dgm:pt modelId="{29A90C41-085C-4A33-915C-5D16FC2F0622}">
      <dgm:prSet/>
      <dgm:spPr/>
      <dgm:t>
        <a:bodyPr/>
        <a:lstStyle/>
        <a:p>
          <a:r>
            <a:rPr lang="en-US"/>
            <a:t>Security controls reduce risk before production pushes </a:t>
          </a:r>
        </a:p>
      </dgm:t>
    </dgm:pt>
    <dgm:pt modelId="{3DD01DF8-8784-4EDA-9D84-476C579CC505}" type="parTrans" cxnId="{09B9EB9C-0DEA-4A56-A4F5-80CAB35671E7}">
      <dgm:prSet/>
      <dgm:spPr/>
      <dgm:t>
        <a:bodyPr/>
        <a:lstStyle/>
        <a:p>
          <a:endParaRPr lang="en-US"/>
        </a:p>
      </dgm:t>
    </dgm:pt>
    <dgm:pt modelId="{C9F7202D-E1EC-45B7-B844-2A7310A04F09}" type="sibTrans" cxnId="{09B9EB9C-0DEA-4A56-A4F5-80CAB35671E7}">
      <dgm:prSet/>
      <dgm:spPr/>
      <dgm:t>
        <a:bodyPr/>
        <a:lstStyle/>
        <a:p>
          <a:endParaRPr lang="en-US"/>
        </a:p>
      </dgm:t>
    </dgm:pt>
    <dgm:pt modelId="{EC2D3133-ECAD-4CCD-9885-5CDF739E1381}" type="pres">
      <dgm:prSet presAssocID="{2355616E-3651-4E85-8143-531B8ED4E7CF}" presName="root" presStyleCnt="0">
        <dgm:presLayoutVars>
          <dgm:dir/>
          <dgm:resizeHandles val="exact"/>
        </dgm:presLayoutVars>
      </dgm:prSet>
      <dgm:spPr/>
    </dgm:pt>
    <dgm:pt modelId="{23B48345-5F02-4E2E-8F00-1306239A0A82}" type="pres">
      <dgm:prSet presAssocID="{B3FC8064-BE7D-4739-BBBE-309D503898E9}" presName="compNode" presStyleCnt="0"/>
      <dgm:spPr/>
    </dgm:pt>
    <dgm:pt modelId="{706F4391-2B54-4327-B2B7-F5B0543147B8}" type="pres">
      <dgm:prSet presAssocID="{B3FC8064-BE7D-4739-BBBE-309D503898E9}" presName="bgRect" presStyleLbl="bgShp" presStyleIdx="0" presStyleCnt="3"/>
      <dgm:spPr/>
    </dgm:pt>
    <dgm:pt modelId="{0A79CC73-7EA4-4A9A-B64B-46CCA9C0AE02}" type="pres">
      <dgm:prSet presAssocID="{B3FC8064-BE7D-4739-BBBE-309D503898E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F2F968DF-55B7-4C4E-BC39-E9CD88A820E9}" type="pres">
      <dgm:prSet presAssocID="{B3FC8064-BE7D-4739-BBBE-309D503898E9}" presName="spaceRect" presStyleCnt="0"/>
      <dgm:spPr/>
    </dgm:pt>
    <dgm:pt modelId="{1CA8E1B5-4CEC-4BAC-9F16-A8EF86FA05A4}" type="pres">
      <dgm:prSet presAssocID="{B3FC8064-BE7D-4739-BBBE-309D503898E9}" presName="parTx" presStyleLbl="revTx" presStyleIdx="0" presStyleCnt="3">
        <dgm:presLayoutVars>
          <dgm:chMax val="0"/>
          <dgm:chPref val="0"/>
        </dgm:presLayoutVars>
      </dgm:prSet>
      <dgm:spPr/>
    </dgm:pt>
    <dgm:pt modelId="{A2152CBF-86D3-44AE-A292-29DCB1D513B4}" type="pres">
      <dgm:prSet presAssocID="{5D2F84ED-8BFB-43C5-A1BE-A1467849195D}" presName="sibTrans" presStyleCnt="0"/>
      <dgm:spPr/>
    </dgm:pt>
    <dgm:pt modelId="{C0940A9B-5720-4E62-AF98-9BA05B33F446}" type="pres">
      <dgm:prSet presAssocID="{B73D62FF-9F2C-463D-BABD-D3E00E880B88}" presName="compNode" presStyleCnt="0"/>
      <dgm:spPr/>
    </dgm:pt>
    <dgm:pt modelId="{647C4BDC-2B19-4795-A691-3EE630B2CCCD}" type="pres">
      <dgm:prSet presAssocID="{B73D62FF-9F2C-463D-BABD-D3E00E880B88}" presName="bgRect" presStyleLbl="bgShp" presStyleIdx="1" presStyleCnt="3"/>
      <dgm:spPr/>
    </dgm:pt>
    <dgm:pt modelId="{4DE6EB98-CAAE-48CA-ACA5-6FF24EAD9E5D}" type="pres">
      <dgm:prSet presAssocID="{B73D62FF-9F2C-463D-BABD-D3E00E880B8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3B19F79-38D6-40A6-8F55-7A4ABB1ED47F}" type="pres">
      <dgm:prSet presAssocID="{B73D62FF-9F2C-463D-BABD-D3E00E880B88}" presName="spaceRect" presStyleCnt="0"/>
      <dgm:spPr/>
    </dgm:pt>
    <dgm:pt modelId="{8A3C16E1-3DE4-43F9-977B-FC54173F1C08}" type="pres">
      <dgm:prSet presAssocID="{B73D62FF-9F2C-463D-BABD-D3E00E880B88}" presName="parTx" presStyleLbl="revTx" presStyleIdx="1" presStyleCnt="3">
        <dgm:presLayoutVars>
          <dgm:chMax val="0"/>
          <dgm:chPref val="0"/>
        </dgm:presLayoutVars>
      </dgm:prSet>
      <dgm:spPr/>
    </dgm:pt>
    <dgm:pt modelId="{3107576D-887F-4411-BD89-0EFB557412D2}" type="pres">
      <dgm:prSet presAssocID="{465E7303-9155-477D-8227-13CC6AA2AE4B}" presName="sibTrans" presStyleCnt="0"/>
      <dgm:spPr/>
    </dgm:pt>
    <dgm:pt modelId="{8D58DCAA-B9E7-432D-BF4A-26BA2857391D}" type="pres">
      <dgm:prSet presAssocID="{29A90C41-085C-4A33-915C-5D16FC2F0622}" presName="compNode" presStyleCnt="0"/>
      <dgm:spPr/>
    </dgm:pt>
    <dgm:pt modelId="{E150BA59-32F4-44B6-ACC2-FF71B5A9077D}" type="pres">
      <dgm:prSet presAssocID="{29A90C41-085C-4A33-915C-5D16FC2F0622}" presName="bgRect" presStyleLbl="bgShp" presStyleIdx="2" presStyleCnt="3"/>
      <dgm:spPr/>
    </dgm:pt>
    <dgm:pt modelId="{4F40D9FB-651F-46FB-A723-0BE582042B4A}" type="pres">
      <dgm:prSet presAssocID="{29A90C41-085C-4A33-915C-5D16FC2F062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A14C6E07-2778-4F40-8677-FB855F5FEA45}" type="pres">
      <dgm:prSet presAssocID="{29A90C41-085C-4A33-915C-5D16FC2F0622}" presName="spaceRect" presStyleCnt="0"/>
      <dgm:spPr/>
    </dgm:pt>
    <dgm:pt modelId="{DF075EC1-F018-4452-8DEB-759C1F546752}" type="pres">
      <dgm:prSet presAssocID="{29A90C41-085C-4A33-915C-5D16FC2F062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C02D309-CE0D-45B7-AD29-6CE33B33893D}" srcId="{2355616E-3651-4E85-8143-531B8ED4E7CF}" destId="{B73D62FF-9F2C-463D-BABD-D3E00E880B88}" srcOrd="1" destOrd="0" parTransId="{7370866F-4AC4-4777-A606-F67211BE832D}" sibTransId="{465E7303-9155-477D-8227-13CC6AA2AE4B}"/>
    <dgm:cxn modelId="{3E4A9B1B-039A-478F-95AB-08DB598BEC78}" type="presOf" srcId="{29A90C41-085C-4A33-915C-5D16FC2F0622}" destId="{DF075EC1-F018-4452-8DEB-759C1F546752}" srcOrd="0" destOrd="0" presId="urn:microsoft.com/office/officeart/2018/2/layout/IconVerticalSolidList"/>
    <dgm:cxn modelId="{A1327939-2273-41C2-A7AD-25374198AB1B}" type="presOf" srcId="{B73D62FF-9F2C-463D-BABD-D3E00E880B88}" destId="{8A3C16E1-3DE4-43F9-977B-FC54173F1C08}" srcOrd="0" destOrd="0" presId="urn:microsoft.com/office/officeart/2018/2/layout/IconVerticalSolidList"/>
    <dgm:cxn modelId="{5DA89444-1A5B-4C4B-B6E2-6D00E79322BE}" type="presOf" srcId="{B3FC8064-BE7D-4739-BBBE-309D503898E9}" destId="{1CA8E1B5-4CEC-4BAC-9F16-A8EF86FA05A4}" srcOrd="0" destOrd="0" presId="urn:microsoft.com/office/officeart/2018/2/layout/IconVerticalSolidList"/>
    <dgm:cxn modelId="{CBC23C45-21C6-496F-BBCC-A872A1E4795C}" type="presOf" srcId="{2355616E-3651-4E85-8143-531B8ED4E7CF}" destId="{EC2D3133-ECAD-4CCD-9885-5CDF739E1381}" srcOrd="0" destOrd="0" presId="urn:microsoft.com/office/officeart/2018/2/layout/IconVerticalSolidList"/>
    <dgm:cxn modelId="{09B9EB9C-0DEA-4A56-A4F5-80CAB35671E7}" srcId="{2355616E-3651-4E85-8143-531B8ED4E7CF}" destId="{29A90C41-085C-4A33-915C-5D16FC2F0622}" srcOrd="2" destOrd="0" parTransId="{3DD01DF8-8784-4EDA-9D84-476C579CC505}" sibTransId="{C9F7202D-E1EC-45B7-B844-2A7310A04F09}"/>
    <dgm:cxn modelId="{AAB0A89D-65DA-42FD-B688-3C048FD78E46}" srcId="{2355616E-3651-4E85-8143-531B8ED4E7CF}" destId="{B3FC8064-BE7D-4739-BBBE-309D503898E9}" srcOrd="0" destOrd="0" parTransId="{B174A46A-E9BC-4FE1-AF1D-9649A67071A9}" sibTransId="{5D2F84ED-8BFB-43C5-A1BE-A1467849195D}"/>
    <dgm:cxn modelId="{87167F40-F388-46EA-B446-5441F5DDF8A7}" type="presParOf" srcId="{EC2D3133-ECAD-4CCD-9885-5CDF739E1381}" destId="{23B48345-5F02-4E2E-8F00-1306239A0A82}" srcOrd="0" destOrd="0" presId="urn:microsoft.com/office/officeart/2018/2/layout/IconVerticalSolidList"/>
    <dgm:cxn modelId="{51144FF1-FBEE-4902-B888-D7171C9D3680}" type="presParOf" srcId="{23B48345-5F02-4E2E-8F00-1306239A0A82}" destId="{706F4391-2B54-4327-B2B7-F5B0543147B8}" srcOrd="0" destOrd="0" presId="urn:microsoft.com/office/officeart/2018/2/layout/IconVerticalSolidList"/>
    <dgm:cxn modelId="{EE3CB79E-BC01-41C7-ABBB-8D941970973C}" type="presParOf" srcId="{23B48345-5F02-4E2E-8F00-1306239A0A82}" destId="{0A79CC73-7EA4-4A9A-B64B-46CCA9C0AE02}" srcOrd="1" destOrd="0" presId="urn:microsoft.com/office/officeart/2018/2/layout/IconVerticalSolidList"/>
    <dgm:cxn modelId="{B148ECC9-9DBB-4740-A223-013700C3FF35}" type="presParOf" srcId="{23B48345-5F02-4E2E-8F00-1306239A0A82}" destId="{F2F968DF-55B7-4C4E-BC39-E9CD88A820E9}" srcOrd="2" destOrd="0" presId="urn:microsoft.com/office/officeart/2018/2/layout/IconVerticalSolidList"/>
    <dgm:cxn modelId="{DDA95232-EDB6-49B0-BBB6-80682146F21F}" type="presParOf" srcId="{23B48345-5F02-4E2E-8F00-1306239A0A82}" destId="{1CA8E1B5-4CEC-4BAC-9F16-A8EF86FA05A4}" srcOrd="3" destOrd="0" presId="urn:microsoft.com/office/officeart/2018/2/layout/IconVerticalSolidList"/>
    <dgm:cxn modelId="{FC3B0783-9215-42B7-86AE-31FAE6423A37}" type="presParOf" srcId="{EC2D3133-ECAD-4CCD-9885-5CDF739E1381}" destId="{A2152CBF-86D3-44AE-A292-29DCB1D513B4}" srcOrd="1" destOrd="0" presId="urn:microsoft.com/office/officeart/2018/2/layout/IconVerticalSolidList"/>
    <dgm:cxn modelId="{15D2AF33-B53F-4E2A-87B7-7B508360AE9E}" type="presParOf" srcId="{EC2D3133-ECAD-4CCD-9885-5CDF739E1381}" destId="{C0940A9B-5720-4E62-AF98-9BA05B33F446}" srcOrd="2" destOrd="0" presId="urn:microsoft.com/office/officeart/2018/2/layout/IconVerticalSolidList"/>
    <dgm:cxn modelId="{472C7F94-73A3-4EB0-8413-5486DC598FB5}" type="presParOf" srcId="{C0940A9B-5720-4E62-AF98-9BA05B33F446}" destId="{647C4BDC-2B19-4795-A691-3EE630B2CCCD}" srcOrd="0" destOrd="0" presId="urn:microsoft.com/office/officeart/2018/2/layout/IconVerticalSolidList"/>
    <dgm:cxn modelId="{E1208F4D-AA53-419E-BE44-D1149DA10201}" type="presParOf" srcId="{C0940A9B-5720-4E62-AF98-9BA05B33F446}" destId="{4DE6EB98-CAAE-48CA-ACA5-6FF24EAD9E5D}" srcOrd="1" destOrd="0" presId="urn:microsoft.com/office/officeart/2018/2/layout/IconVerticalSolidList"/>
    <dgm:cxn modelId="{F9058C35-2D8A-45F2-BF1D-36353B5763FA}" type="presParOf" srcId="{C0940A9B-5720-4E62-AF98-9BA05B33F446}" destId="{63B19F79-38D6-40A6-8F55-7A4ABB1ED47F}" srcOrd="2" destOrd="0" presId="urn:microsoft.com/office/officeart/2018/2/layout/IconVerticalSolidList"/>
    <dgm:cxn modelId="{53B08662-C47A-4F1B-B66A-A09FF6174DAD}" type="presParOf" srcId="{C0940A9B-5720-4E62-AF98-9BA05B33F446}" destId="{8A3C16E1-3DE4-43F9-977B-FC54173F1C08}" srcOrd="3" destOrd="0" presId="urn:microsoft.com/office/officeart/2018/2/layout/IconVerticalSolidList"/>
    <dgm:cxn modelId="{088037F6-ADFE-4186-AAFA-08C42957D408}" type="presParOf" srcId="{EC2D3133-ECAD-4CCD-9885-5CDF739E1381}" destId="{3107576D-887F-4411-BD89-0EFB557412D2}" srcOrd="3" destOrd="0" presId="urn:microsoft.com/office/officeart/2018/2/layout/IconVerticalSolidList"/>
    <dgm:cxn modelId="{9D2F94DB-32A5-498D-893E-71850246DADA}" type="presParOf" srcId="{EC2D3133-ECAD-4CCD-9885-5CDF739E1381}" destId="{8D58DCAA-B9E7-432D-BF4A-26BA2857391D}" srcOrd="4" destOrd="0" presId="urn:microsoft.com/office/officeart/2018/2/layout/IconVerticalSolidList"/>
    <dgm:cxn modelId="{2FE512F9-6484-4859-8B49-C29AE52F7B30}" type="presParOf" srcId="{8D58DCAA-B9E7-432D-BF4A-26BA2857391D}" destId="{E150BA59-32F4-44B6-ACC2-FF71B5A9077D}" srcOrd="0" destOrd="0" presId="urn:microsoft.com/office/officeart/2018/2/layout/IconVerticalSolidList"/>
    <dgm:cxn modelId="{8C1D53DC-3298-4D0F-8A0D-EC16062C2568}" type="presParOf" srcId="{8D58DCAA-B9E7-432D-BF4A-26BA2857391D}" destId="{4F40D9FB-651F-46FB-A723-0BE582042B4A}" srcOrd="1" destOrd="0" presId="urn:microsoft.com/office/officeart/2018/2/layout/IconVerticalSolidList"/>
    <dgm:cxn modelId="{FC7EAC61-9DB5-4972-BA1B-AF07B589A5B7}" type="presParOf" srcId="{8D58DCAA-B9E7-432D-BF4A-26BA2857391D}" destId="{A14C6E07-2778-4F40-8677-FB855F5FEA45}" srcOrd="2" destOrd="0" presId="urn:microsoft.com/office/officeart/2018/2/layout/IconVerticalSolidList"/>
    <dgm:cxn modelId="{342F99D5-9AB2-4F82-985C-7BC0350CECC2}" type="presParOf" srcId="{8D58DCAA-B9E7-432D-BF4A-26BA2857391D}" destId="{DF075EC1-F018-4452-8DEB-759C1F54675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51EEE5-249C-41AB-9DED-E6F4D21C71C9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DF543C8-5C95-4C7D-A27C-9DFDD974D132}">
      <dgm:prSet/>
      <dgm:spPr/>
      <dgm:t>
        <a:bodyPr/>
        <a:lstStyle/>
        <a:p>
          <a:r>
            <a:rPr lang="en-US"/>
            <a:t>Enforce multi factor authentication</a:t>
          </a:r>
        </a:p>
      </dgm:t>
    </dgm:pt>
    <dgm:pt modelId="{5803E788-EE39-4FE5-99CE-98C42B555EDA}" type="parTrans" cxnId="{2493338B-ED5E-4C21-94B2-6BEF0742D9B3}">
      <dgm:prSet/>
      <dgm:spPr/>
      <dgm:t>
        <a:bodyPr/>
        <a:lstStyle/>
        <a:p>
          <a:endParaRPr lang="en-US"/>
        </a:p>
      </dgm:t>
    </dgm:pt>
    <dgm:pt modelId="{2528683D-55F5-4AE7-8FE8-EF75A2E29869}" type="sibTrans" cxnId="{2493338B-ED5E-4C21-94B2-6BEF0742D9B3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0B83CE8F-4940-43C4-BDAE-EFB5F81F9002}">
      <dgm:prSet/>
      <dgm:spPr/>
      <dgm:t>
        <a:bodyPr/>
        <a:lstStyle/>
        <a:p>
          <a:r>
            <a:rPr lang="en-US"/>
            <a:t>Enforce role based access control</a:t>
          </a:r>
        </a:p>
      </dgm:t>
    </dgm:pt>
    <dgm:pt modelId="{1E03874A-167B-4FB6-93EC-5D4834F4E404}" type="parTrans" cxnId="{6DAD8D1A-A214-496D-A140-3900CBDB10CB}">
      <dgm:prSet/>
      <dgm:spPr/>
      <dgm:t>
        <a:bodyPr/>
        <a:lstStyle/>
        <a:p>
          <a:endParaRPr lang="en-US"/>
        </a:p>
      </dgm:t>
    </dgm:pt>
    <dgm:pt modelId="{07D6B05F-D3DD-4396-A36F-C24F98F595E5}" type="sibTrans" cxnId="{6DAD8D1A-A214-496D-A140-3900CBDB10CB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9F0C08BC-6A80-46C2-9E96-E4956EE5AABD}">
      <dgm:prSet/>
      <dgm:spPr/>
      <dgm:t>
        <a:bodyPr/>
        <a:lstStyle/>
        <a:p>
          <a:r>
            <a:rPr lang="en-US"/>
            <a:t>Apply least privileges</a:t>
          </a:r>
        </a:p>
      </dgm:t>
    </dgm:pt>
    <dgm:pt modelId="{8C2BBB3B-585F-4FE3-85EC-5C7D73DFC129}" type="parTrans" cxnId="{279560C7-BE26-45DE-A545-2CB20DB4191B}">
      <dgm:prSet/>
      <dgm:spPr/>
      <dgm:t>
        <a:bodyPr/>
        <a:lstStyle/>
        <a:p>
          <a:endParaRPr lang="en-US"/>
        </a:p>
      </dgm:t>
    </dgm:pt>
    <dgm:pt modelId="{FEDE9381-C70A-4478-8D6F-D25432A84810}" type="sibTrans" cxnId="{279560C7-BE26-45DE-A545-2CB20DB4191B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9FB5A3D3-A548-43A9-8CF8-16EC18F52F95}">
      <dgm:prSet/>
      <dgm:spPr/>
      <dgm:t>
        <a:bodyPr/>
        <a:lstStyle/>
        <a:p>
          <a:r>
            <a:rPr lang="en-US"/>
            <a:t>Review and remove inactive accounts</a:t>
          </a:r>
        </a:p>
      </dgm:t>
    </dgm:pt>
    <dgm:pt modelId="{B4AC4E9C-B638-4FFD-AF45-7D0DAD9C0127}" type="parTrans" cxnId="{6A159166-BF14-4E9D-B29F-7398456F74FC}">
      <dgm:prSet/>
      <dgm:spPr/>
      <dgm:t>
        <a:bodyPr/>
        <a:lstStyle/>
        <a:p>
          <a:endParaRPr lang="en-US"/>
        </a:p>
      </dgm:t>
    </dgm:pt>
    <dgm:pt modelId="{2E332729-143B-43C5-8446-0A3C5C11B9B3}" type="sibTrans" cxnId="{6A159166-BF14-4E9D-B29F-7398456F74FC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6DABC685-D3B8-456A-8931-49DBDF227F7A}" type="pres">
      <dgm:prSet presAssocID="{B751EEE5-249C-41AB-9DED-E6F4D21C71C9}" presName="Name0" presStyleCnt="0">
        <dgm:presLayoutVars>
          <dgm:animLvl val="lvl"/>
          <dgm:resizeHandles val="exact"/>
        </dgm:presLayoutVars>
      </dgm:prSet>
      <dgm:spPr/>
    </dgm:pt>
    <dgm:pt modelId="{D6631557-694D-43FC-AF98-AD510C50FCAB}" type="pres">
      <dgm:prSet presAssocID="{0DF543C8-5C95-4C7D-A27C-9DFDD974D132}" presName="compositeNode" presStyleCnt="0">
        <dgm:presLayoutVars>
          <dgm:bulletEnabled val="1"/>
        </dgm:presLayoutVars>
      </dgm:prSet>
      <dgm:spPr/>
    </dgm:pt>
    <dgm:pt modelId="{DCB30A6C-FAE5-4FBB-A7F5-47A9E0116C72}" type="pres">
      <dgm:prSet presAssocID="{0DF543C8-5C95-4C7D-A27C-9DFDD974D132}" presName="bgRect" presStyleLbl="bgAccFollowNode1" presStyleIdx="0" presStyleCnt="4"/>
      <dgm:spPr/>
    </dgm:pt>
    <dgm:pt modelId="{7E5447B8-650E-4E80-8B8E-066A357DAFBE}" type="pres">
      <dgm:prSet presAssocID="{2528683D-55F5-4AE7-8FE8-EF75A2E29869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F365F806-6E90-4463-B1E9-902B4446D21D}" type="pres">
      <dgm:prSet presAssocID="{0DF543C8-5C95-4C7D-A27C-9DFDD974D132}" presName="bottomLine" presStyleLbl="alignNode1" presStyleIdx="1" presStyleCnt="8">
        <dgm:presLayoutVars/>
      </dgm:prSet>
      <dgm:spPr/>
    </dgm:pt>
    <dgm:pt modelId="{75C3CF58-A205-4126-9054-31C560E8416B}" type="pres">
      <dgm:prSet presAssocID="{0DF543C8-5C95-4C7D-A27C-9DFDD974D132}" presName="nodeText" presStyleLbl="bgAccFollowNode1" presStyleIdx="0" presStyleCnt="4">
        <dgm:presLayoutVars>
          <dgm:bulletEnabled val="1"/>
        </dgm:presLayoutVars>
      </dgm:prSet>
      <dgm:spPr/>
    </dgm:pt>
    <dgm:pt modelId="{EB781FF8-BA43-4279-ABFA-FE8A5C1764B4}" type="pres">
      <dgm:prSet presAssocID="{2528683D-55F5-4AE7-8FE8-EF75A2E29869}" presName="sibTrans" presStyleCnt="0"/>
      <dgm:spPr/>
    </dgm:pt>
    <dgm:pt modelId="{C549EE70-81D1-478A-AFE7-C20B0181CC81}" type="pres">
      <dgm:prSet presAssocID="{0B83CE8F-4940-43C4-BDAE-EFB5F81F9002}" presName="compositeNode" presStyleCnt="0">
        <dgm:presLayoutVars>
          <dgm:bulletEnabled val="1"/>
        </dgm:presLayoutVars>
      </dgm:prSet>
      <dgm:spPr/>
    </dgm:pt>
    <dgm:pt modelId="{16146261-660C-4D9C-A1E2-8E285A69AF5A}" type="pres">
      <dgm:prSet presAssocID="{0B83CE8F-4940-43C4-BDAE-EFB5F81F9002}" presName="bgRect" presStyleLbl="bgAccFollowNode1" presStyleIdx="1" presStyleCnt="4"/>
      <dgm:spPr/>
    </dgm:pt>
    <dgm:pt modelId="{D9ACCB02-D675-465D-B446-C8AEA7DBEB87}" type="pres">
      <dgm:prSet presAssocID="{07D6B05F-D3DD-4396-A36F-C24F98F595E5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122D628D-1A45-48F2-8602-1CD4305DAAFC}" type="pres">
      <dgm:prSet presAssocID="{0B83CE8F-4940-43C4-BDAE-EFB5F81F9002}" presName="bottomLine" presStyleLbl="alignNode1" presStyleIdx="3" presStyleCnt="8">
        <dgm:presLayoutVars/>
      </dgm:prSet>
      <dgm:spPr/>
    </dgm:pt>
    <dgm:pt modelId="{3409504D-5885-470C-816B-B3138C1DF12C}" type="pres">
      <dgm:prSet presAssocID="{0B83CE8F-4940-43C4-BDAE-EFB5F81F9002}" presName="nodeText" presStyleLbl="bgAccFollowNode1" presStyleIdx="1" presStyleCnt="4">
        <dgm:presLayoutVars>
          <dgm:bulletEnabled val="1"/>
        </dgm:presLayoutVars>
      </dgm:prSet>
      <dgm:spPr/>
    </dgm:pt>
    <dgm:pt modelId="{B25CBD98-4678-4756-AF6E-59D324C2203E}" type="pres">
      <dgm:prSet presAssocID="{07D6B05F-D3DD-4396-A36F-C24F98F595E5}" presName="sibTrans" presStyleCnt="0"/>
      <dgm:spPr/>
    </dgm:pt>
    <dgm:pt modelId="{9FE273B9-38EA-44C8-8818-6BF7A0CE00FF}" type="pres">
      <dgm:prSet presAssocID="{9F0C08BC-6A80-46C2-9E96-E4956EE5AABD}" presName="compositeNode" presStyleCnt="0">
        <dgm:presLayoutVars>
          <dgm:bulletEnabled val="1"/>
        </dgm:presLayoutVars>
      </dgm:prSet>
      <dgm:spPr/>
    </dgm:pt>
    <dgm:pt modelId="{75D26F89-53F8-4E8C-8752-67D33D33C64A}" type="pres">
      <dgm:prSet presAssocID="{9F0C08BC-6A80-46C2-9E96-E4956EE5AABD}" presName="bgRect" presStyleLbl="bgAccFollowNode1" presStyleIdx="2" presStyleCnt="4"/>
      <dgm:spPr/>
    </dgm:pt>
    <dgm:pt modelId="{78BC64FA-F642-4C9E-98B4-84573C66F029}" type="pres">
      <dgm:prSet presAssocID="{FEDE9381-C70A-4478-8D6F-D25432A84810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990A6561-CE1F-4F60-9536-162EC3F9DFD5}" type="pres">
      <dgm:prSet presAssocID="{9F0C08BC-6A80-46C2-9E96-E4956EE5AABD}" presName="bottomLine" presStyleLbl="alignNode1" presStyleIdx="5" presStyleCnt="8">
        <dgm:presLayoutVars/>
      </dgm:prSet>
      <dgm:spPr/>
    </dgm:pt>
    <dgm:pt modelId="{EA3279DF-D725-483C-9EF2-444EFFA41A3E}" type="pres">
      <dgm:prSet presAssocID="{9F0C08BC-6A80-46C2-9E96-E4956EE5AABD}" presName="nodeText" presStyleLbl="bgAccFollowNode1" presStyleIdx="2" presStyleCnt="4">
        <dgm:presLayoutVars>
          <dgm:bulletEnabled val="1"/>
        </dgm:presLayoutVars>
      </dgm:prSet>
      <dgm:spPr/>
    </dgm:pt>
    <dgm:pt modelId="{98ADF762-C487-4590-B658-5A18D88BF770}" type="pres">
      <dgm:prSet presAssocID="{FEDE9381-C70A-4478-8D6F-D25432A84810}" presName="sibTrans" presStyleCnt="0"/>
      <dgm:spPr/>
    </dgm:pt>
    <dgm:pt modelId="{A55CE420-A5C1-4667-9E42-96F606DAD0F3}" type="pres">
      <dgm:prSet presAssocID="{9FB5A3D3-A548-43A9-8CF8-16EC18F52F95}" presName="compositeNode" presStyleCnt="0">
        <dgm:presLayoutVars>
          <dgm:bulletEnabled val="1"/>
        </dgm:presLayoutVars>
      </dgm:prSet>
      <dgm:spPr/>
    </dgm:pt>
    <dgm:pt modelId="{F4BBDF0A-91DB-4FA1-B673-54FA1627F783}" type="pres">
      <dgm:prSet presAssocID="{9FB5A3D3-A548-43A9-8CF8-16EC18F52F95}" presName="bgRect" presStyleLbl="bgAccFollowNode1" presStyleIdx="3" presStyleCnt="4"/>
      <dgm:spPr/>
    </dgm:pt>
    <dgm:pt modelId="{96CCE2CF-4ECE-4E4A-8C25-B4D4BE248C8E}" type="pres">
      <dgm:prSet presAssocID="{2E332729-143B-43C5-8446-0A3C5C11B9B3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FF4183F3-63A7-4613-940F-8141FD8AE276}" type="pres">
      <dgm:prSet presAssocID="{9FB5A3D3-A548-43A9-8CF8-16EC18F52F95}" presName="bottomLine" presStyleLbl="alignNode1" presStyleIdx="7" presStyleCnt="8">
        <dgm:presLayoutVars/>
      </dgm:prSet>
      <dgm:spPr/>
    </dgm:pt>
    <dgm:pt modelId="{2A38A33F-A436-4212-94E1-7BFCE8A774FE}" type="pres">
      <dgm:prSet presAssocID="{9FB5A3D3-A548-43A9-8CF8-16EC18F52F95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858D6811-6C84-4F14-9236-397E23983BF2}" type="presOf" srcId="{0B83CE8F-4940-43C4-BDAE-EFB5F81F9002}" destId="{16146261-660C-4D9C-A1E2-8E285A69AF5A}" srcOrd="0" destOrd="0" presId="urn:microsoft.com/office/officeart/2016/7/layout/BasicLinearProcessNumbered"/>
    <dgm:cxn modelId="{00C31113-5B7A-4631-83C9-0B48962F4D9A}" type="presOf" srcId="{9F0C08BC-6A80-46C2-9E96-E4956EE5AABD}" destId="{75D26F89-53F8-4E8C-8752-67D33D33C64A}" srcOrd="0" destOrd="0" presId="urn:microsoft.com/office/officeart/2016/7/layout/BasicLinearProcessNumbered"/>
    <dgm:cxn modelId="{6DAD8D1A-A214-496D-A140-3900CBDB10CB}" srcId="{B751EEE5-249C-41AB-9DED-E6F4D21C71C9}" destId="{0B83CE8F-4940-43C4-BDAE-EFB5F81F9002}" srcOrd="1" destOrd="0" parTransId="{1E03874A-167B-4FB6-93EC-5D4834F4E404}" sibTransId="{07D6B05F-D3DD-4396-A36F-C24F98F595E5}"/>
    <dgm:cxn modelId="{CFF46B40-AFB1-411A-8C5D-DC2D2F7232E6}" type="presOf" srcId="{0DF543C8-5C95-4C7D-A27C-9DFDD974D132}" destId="{75C3CF58-A205-4126-9054-31C560E8416B}" srcOrd="1" destOrd="0" presId="urn:microsoft.com/office/officeart/2016/7/layout/BasicLinearProcessNumbered"/>
    <dgm:cxn modelId="{7F5A045F-8EA3-40E8-ADC7-B53744446699}" type="presOf" srcId="{9FB5A3D3-A548-43A9-8CF8-16EC18F52F95}" destId="{2A38A33F-A436-4212-94E1-7BFCE8A774FE}" srcOrd="1" destOrd="0" presId="urn:microsoft.com/office/officeart/2016/7/layout/BasicLinearProcessNumbered"/>
    <dgm:cxn modelId="{6A159166-BF14-4E9D-B29F-7398456F74FC}" srcId="{B751EEE5-249C-41AB-9DED-E6F4D21C71C9}" destId="{9FB5A3D3-A548-43A9-8CF8-16EC18F52F95}" srcOrd="3" destOrd="0" parTransId="{B4AC4E9C-B638-4FFD-AF45-7D0DAD9C0127}" sibTransId="{2E332729-143B-43C5-8446-0A3C5C11B9B3}"/>
    <dgm:cxn modelId="{9FD36554-42E3-4016-865C-3715CEA1329D}" type="presOf" srcId="{2528683D-55F5-4AE7-8FE8-EF75A2E29869}" destId="{7E5447B8-650E-4E80-8B8E-066A357DAFBE}" srcOrd="0" destOrd="0" presId="urn:microsoft.com/office/officeart/2016/7/layout/BasicLinearProcessNumbered"/>
    <dgm:cxn modelId="{2493338B-ED5E-4C21-94B2-6BEF0742D9B3}" srcId="{B751EEE5-249C-41AB-9DED-E6F4D21C71C9}" destId="{0DF543C8-5C95-4C7D-A27C-9DFDD974D132}" srcOrd="0" destOrd="0" parTransId="{5803E788-EE39-4FE5-99CE-98C42B555EDA}" sibTransId="{2528683D-55F5-4AE7-8FE8-EF75A2E29869}"/>
    <dgm:cxn modelId="{0E8A728E-C7A0-4E99-93A9-BEAA6C633592}" type="presOf" srcId="{9FB5A3D3-A548-43A9-8CF8-16EC18F52F95}" destId="{F4BBDF0A-91DB-4FA1-B673-54FA1627F783}" srcOrd="0" destOrd="0" presId="urn:microsoft.com/office/officeart/2016/7/layout/BasicLinearProcessNumbered"/>
    <dgm:cxn modelId="{59150698-4BE5-4821-9B63-3B70F61B836D}" type="presOf" srcId="{0DF543C8-5C95-4C7D-A27C-9DFDD974D132}" destId="{DCB30A6C-FAE5-4FBB-A7F5-47A9E0116C72}" srcOrd="0" destOrd="0" presId="urn:microsoft.com/office/officeart/2016/7/layout/BasicLinearProcessNumbered"/>
    <dgm:cxn modelId="{2A0BB19C-079A-42D6-A68A-0675DFFBA6E7}" type="presOf" srcId="{2E332729-143B-43C5-8446-0A3C5C11B9B3}" destId="{96CCE2CF-4ECE-4E4A-8C25-B4D4BE248C8E}" srcOrd="0" destOrd="0" presId="urn:microsoft.com/office/officeart/2016/7/layout/BasicLinearProcessNumbered"/>
    <dgm:cxn modelId="{5F6F0DC5-4269-4244-9104-298F461BEEF9}" type="presOf" srcId="{FEDE9381-C70A-4478-8D6F-D25432A84810}" destId="{78BC64FA-F642-4C9E-98B4-84573C66F029}" srcOrd="0" destOrd="0" presId="urn:microsoft.com/office/officeart/2016/7/layout/BasicLinearProcessNumbered"/>
    <dgm:cxn modelId="{279560C7-BE26-45DE-A545-2CB20DB4191B}" srcId="{B751EEE5-249C-41AB-9DED-E6F4D21C71C9}" destId="{9F0C08BC-6A80-46C2-9E96-E4956EE5AABD}" srcOrd="2" destOrd="0" parTransId="{8C2BBB3B-585F-4FE3-85EC-5C7D73DFC129}" sibTransId="{FEDE9381-C70A-4478-8D6F-D25432A84810}"/>
    <dgm:cxn modelId="{A696B4D4-C036-4D00-A025-86F45AB4A626}" type="presOf" srcId="{9F0C08BC-6A80-46C2-9E96-E4956EE5AABD}" destId="{EA3279DF-D725-483C-9EF2-444EFFA41A3E}" srcOrd="1" destOrd="0" presId="urn:microsoft.com/office/officeart/2016/7/layout/BasicLinearProcessNumbered"/>
    <dgm:cxn modelId="{C450A2DA-35F0-4CF1-A8B7-C752D1E52143}" type="presOf" srcId="{0B83CE8F-4940-43C4-BDAE-EFB5F81F9002}" destId="{3409504D-5885-470C-816B-B3138C1DF12C}" srcOrd="1" destOrd="0" presId="urn:microsoft.com/office/officeart/2016/7/layout/BasicLinearProcessNumbered"/>
    <dgm:cxn modelId="{6D052AF4-67F0-4BFA-9099-1CA156A5221C}" type="presOf" srcId="{B751EEE5-249C-41AB-9DED-E6F4D21C71C9}" destId="{6DABC685-D3B8-456A-8931-49DBDF227F7A}" srcOrd="0" destOrd="0" presId="urn:microsoft.com/office/officeart/2016/7/layout/BasicLinearProcessNumbered"/>
    <dgm:cxn modelId="{4F81E1FA-21F5-456E-8025-92BA1878DA3B}" type="presOf" srcId="{07D6B05F-D3DD-4396-A36F-C24F98F595E5}" destId="{D9ACCB02-D675-465D-B446-C8AEA7DBEB87}" srcOrd="0" destOrd="0" presId="urn:microsoft.com/office/officeart/2016/7/layout/BasicLinearProcessNumbered"/>
    <dgm:cxn modelId="{B1EC69EB-4287-4C9B-BCCE-A2F667F5EFD6}" type="presParOf" srcId="{6DABC685-D3B8-456A-8931-49DBDF227F7A}" destId="{D6631557-694D-43FC-AF98-AD510C50FCAB}" srcOrd="0" destOrd="0" presId="urn:microsoft.com/office/officeart/2016/7/layout/BasicLinearProcessNumbered"/>
    <dgm:cxn modelId="{6A460A39-F66D-414F-ABF5-DC1E5F2DCE5D}" type="presParOf" srcId="{D6631557-694D-43FC-AF98-AD510C50FCAB}" destId="{DCB30A6C-FAE5-4FBB-A7F5-47A9E0116C72}" srcOrd="0" destOrd="0" presId="urn:microsoft.com/office/officeart/2016/7/layout/BasicLinearProcessNumbered"/>
    <dgm:cxn modelId="{63BB46D6-40F8-46FD-946D-C3CCAC437418}" type="presParOf" srcId="{D6631557-694D-43FC-AF98-AD510C50FCAB}" destId="{7E5447B8-650E-4E80-8B8E-066A357DAFBE}" srcOrd="1" destOrd="0" presId="urn:microsoft.com/office/officeart/2016/7/layout/BasicLinearProcessNumbered"/>
    <dgm:cxn modelId="{316ECAA8-B40A-4C14-8AA4-94789938A9DD}" type="presParOf" srcId="{D6631557-694D-43FC-AF98-AD510C50FCAB}" destId="{F365F806-6E90-4463-B1E9-902B4446D21D}" srcOrd="2" destOrd="0" presId="urn:microsoft.com/office/officeart/2016/7/layout/BasicLinearProcessNumbered"/>
    <dgm:cxn modelId="{B86984CD-D474-4258-8398-C631CFBFFAA5}" type="presParOf" srcId="{D6631557-694D-43FC-AF98-AD510C50FCAB}" destId="{75C3CF58-A205-4126-9054-31C560E8416B}" srcOrd="3" destOrd="0" presId="urn:microsoft.com/office/officeart/2016/7/layout/BasicLinearProcessNumbered"/>
    <dgm:cxn modelId="{C6723426-033F-493C-A241-05F7756AAC13}" type="presParOf" srcId="{6DABC685-D3B8-456A-8931-49DBDF227F7A}" destId="{EB781FF8-BA43-4279-ABFA-FE8A5C1764B4}" srcOrd="1" destOrd="0" presId="urn:microsoft.com/office/officeart/2016/7/layout/BasicLinearProcessNumbered"/>
    <dgm:cxn modelId="{A2D730D4-97C0-4314-8077-A2AA18980197}" type="presParOf" srcId="{6DABC685-D3B8-456A-8931-49DBDF227F7A}" destId="{C549EE70-81D1-478A-AFE7-C20B0181CC81}" srcOrd="2" destOrd="0" presId="urn:microsoft.com/office/officeart/2016/7/layout/BasicLinearProcessNumbered"/>
    <dgm:cxn modelId="{371259BF-8958-47CA-A6F9-6963E4E4ED73}" type="presParOf" srcId="{C549EE70-81D1-478A-AFE7-C20B0181CC81}" destId="{16146261-660C-4D9C-A1E2-8E285A69AF5A}" srcOrd="0" destOrd="0" presId="urn:microsoft.com/office/officeart/2016/7/layout/BasicLinearProcessNumbered"/>
    <dgm:cxn modelId="{E0517C96-E913-4D9F-9754-03054FEF86A3}" type="presParOf" srcId="{C549EE70-81D1-478A-AFE7-C20B0181CC81}" destId="{D9ACCB02-D675-465D-B446-C8AEA7DBEB87}" srcOrd="1" destOrd="0" presId="urn:microsoft.com/office/officeart/2016/7/layout/BasicLinearProcessNumbered"/>
    <dgm:cxn modelId="{EF67C76D-4848-4CDC-9192-9A370B397DFA}" type="presParOf" srcId="{C549EE70-81D1-478A-AFE7-C20B0181CC81}" destId="{122D628D-1A45-48F2-8602-1CD4305DAAFC}" srcOrd="2" destOrd="0" presId="urn:microsoft.com/office/officeart/2016/7/layout/BasicLinearProcessNumbered"/>
    <dgm:cxn modelId="{F19FCEF9-0852-481E-905D-2D2738DF58F2}" type="presParOf" srcId="{C549EE70-81D1-478A-AFE7-C20B0181CC81}" destId="{3409504D-5885-470C-816B-B3138C1DF12C}" srcOrd="3" destOrd="0" presId="urn:microsoft.com/office/officeart/2016/7/layout/BasicLinearProcessNumbered"/>
    <dgm:cxn modelId="{2A387B8E-8714-4B99-8B26-2BBDE0FACB37}" type="presParOf" srcId="{6DABC685-D3B8-456A-8931-49DBDF227F7A}" destId="{B25CBD98-4678-4756-AF6E-59D324C2203E}" srcOrd="3" destOrd="0" presId="urn:microsoft.com/office/officeart/2016/7/layout/BasicLinearProcessNumbered"/>
    <dgm:cxn modelId="{CEA478C6-9D3E-44B5-A2A9-BEDC1396DDC8}" type="presParOf" srcId="{6DABC685-D3B8-456A-8931-49DBDF227F7A}" destId="{9FE273B9-38EA-44C8-8818-6BF7A0CE00FF}" srcOrd="4" destOrd="0" presId="urn:microsoft.com/office/officeart/2016/7/layout/BasicLinearProcessNumbered"/>
    <dgm:cxn modelId="{3E8C5E19-A4F5-4284-80E0-FAA76FCA4795}" type="presParOf" srcId="{9FE273B9-38EA-44C8-8818-6BF7A0CE00FF}" destId="{75D26F89-53F8-4E8C-8752-67D33D33C64A}" srcOrd="0" destOrd="0" presId="urn:microsoft.com/office/officeart/2016/7/layout/BasicLinearProcessNumbered"/>
    <dgm:cxn modelId="{974CCF4F-7024-4F70-8F84-DDD3280F6FCC}" type="presParOf" srcId="{9FE273B9-38EA-44C8-8818-6BF7A0CE00FF}" destId="{78BC64FA-F642-4C9E-98B4-84573C66F029}" srcOrd="1" destOrd="0" presId="urn:microsoft.com/office/officeart/2016/7/layout/BasicLinearProcessNumbered"/>
    <dgm:cxn modelId="{2D3C3FCA-0D80-4C09-9C3C-853E2AB7B237}" type="presParOf" srcId="{9FE273B9-38EA-44C8-8818-6BF7A0CE00FF}" destId="{990A6561-CE1F-4F60-9536-162EC3F9DFD5}" srcOrd="2" destOrd="0" presId="urn:microsoft.com/office/officeart/2016/7/layout/BasicLinearProcessNumbered"/>
    <dgm:cxn modelId="{7FE2B581-D387-4588-BF4D-B02A80BB38C0}" type="presParOf" srcId="{9FE273B9-38EA-44C8-8818-6BF7A0CE00FF}" destId="{EA3279DF-D725-483C-9EF2-444EFFA41A3E}" srcOrd="3" destOrd="0" presId="urn:microsoft.com/office/officeart/2016/7/layout/BasicLinearProcessNumbered"/>
    <dgm:cxn modelId="{E5F1A67E-D676-477A-BD39-DD9702122FED}" type="presParOf" srcId="{6DABC685-D3B8-456A-8931-49DBDF227F7A}" destId="{98ADF762-C487-4590-B658-5A18D88BF770}" srcOrd="5" destOrd="0" presId="urn:microsoft.com/office/officeart/2016/7/layout/BasicLinearProcessNumbered"/>
    <dgm:cxn modelId="{2E0A0C04-0765-4D72-965F-A2C6D8E42525}" type="presParOf" srcId="{6DABC685-D3B8-456A-8931-49DBDF227F7A}" destId="{A55CE420-A5C1-4667-9E42-96F606DAD0F3}" srcOrd="6" destOrd="0" presId="urn:microsoft.com/office/officeart/2016/7/layout/BasicLinearProcessNumbered"/>
    <dgm:cxn modelId="{8B0C4F9E-67F2-4E9F-B55E-72CF885E0798}" type="presParOf" srcId="{A55CE420-A5C1-4667-9E42-96F606DAD0F3}" destId="{F4BBDF0A-91DB-4FA1-B673-54FA1627F783}" srcOrd="0" destOrd="0" presId="urn:microsoft.com/office/officeart/2016/7/layout/BasicLinearProcessNumbered"/>
    <dgm:cxn modelId="{AE56353A-354C-4E59-8432-A50F4F133150}" type="presParOf" srcId="{A55CE420-A5C1-4667-9E42-96F606DAD0F3}" destId="{96CCE2CF-4ECE-4E4A-8C25-B4D4BE248C8E}" srcOrd="1" destOrd="0" presId="urn:microsoft.com/office/officeart/2016/7/layout/BasicLinearProcessNumbered"/>
    <dgm:cxn modelId="{ECB395DD-7F1A-4A88-9FFB-171A382986A5}" type="presParOf" srcId="{A55CE420-A5C1-4667-9E42-96F606DAD0F3}" destId="{FF4183F3-63A7-4613-940F-8141FD8AE276}" srcOrd="2" destOrd="0" presId="urn:microsoft.com/office/officeart/2016/7/layout/BasicLinearProcessNumbered"/>
    <dgm:cxn modelId="{EC8BD50C-42A0-4936-B9D0-59480ECA05BC}" type="presParOf" srcId="{A55CE420-A5C1-4667-9E42-96F606DAD0F3}" destId="{2A38A33F-A436-4212-94E1-7BFCE8A774FE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258A0F9-7BB9-49D7-8817-FA1BB7DFD01B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F6420E4-3B89-418D-8DF6-17412182338F}">
      <dgm:prSet/>
      <dgm:spPr/>
      <dgm:t>
        <a:bodyPr/>
        <a:lstStyle/>
        <a:p>
          <a:r>
            <a:rPr lang="en-US"/>
            <a:t>Require</a:t>
          </a:r>
        </a:p>
      </dgm:t>
    </dgm:pt>
    <dgm:pt modelId="{4DF20B06-B81E-47FF-B8F6-A65C0517991F}" type="parTrans" cxnId="{31107BC0-580B-4331-B13E-3D4BE58958FF}">
      <dgm:prSet/>
      <dgm:spPr/>
      <dgm:t>
        <a:bodyPr/>
        <a:lstStyle/>
        <a:p>
          <a:endParaRPr lang="en-US"/>
        </a:p>
      </dgm:t>
    </dgm:pt>
    <dgm:pt modelId="{885E4205-E7FA-40FC-AA9A-E30577598EB2}" type="sibTrans" cxnId="{31107BC0-580B-4331-B13E-3D4BE58958FF}">
      <dgm:prSet/>
      <dgm:spPr/>
      <dgm:t>
        <a:bodyPr/>
        <a:lstStyle/>
        <a:p>
          <a:endParaRPr lang="en-US"/>
        </a:p>
      </dgm:t>
    </dgm:pt>
    <dgm:pt modelId="{5805A66A-A4BF-495F-9ADF-579242C8F6FE}">
      <dgm:prSet/>
      <dgm:spPr/>
      <dgm:t>
        <a:bodyPr/>
        <a:lstStyle/>
        <a:p>
          <a:r>
            <a:rPr lang="en-US"/>
            <a:t>Require pull requests</a:t>
          </a:r>
        </a:p>
      </dgm:t>
    </dgm:pt>
    <dgm:pt modelId="{9D8667EA-EEDF-4D50-BD0B-103D36843E0D}" type="parTrans" cxnId="{977DB49F-30E0-4C23-A6C7-7104ED1E51FB}">
      <dgm:prSet/>
      <dgm:spPr/>
      <dgm:t>
        <a:bodyPr/>
        <a:lstStyle/>
        <a:p>
          <a:endParaRPr lang="en-US"/>
        </a:p>
      </dgm:t>
    </dgm:pt>
    <dgm:pt modelId="{BBFB2BCA-3AC8-49EC-9338-5C57D04B26D7}" type="sibTrans" cxnId="{977DB49F-30E0-4C23-A6C7-7104ED1E51FB}">
      <dgm:prSet/>
      <dgm:spPr/>
      <dgm:t>
        <a:bodyPr/>
        <a:lstStyle/>
        <a:p>
          <a:endParaRPr lang="en-US"/>
        </a:p>
      </dgm:t>
    </dgm:pt>
    <dgm:pt modelId="{30E61535-DBFB-47A0-8814-85C74AC7112C}">
      <dgm:prSet/>
      <dgm:spPr/>
      <dgm:t>
        <a:bodyPr/>
        <a:lstStyle/>
        <a:p>
          <a:r>
            <a:rPr lang="en-US"/>
            <a:t>Require</a:t>
          </a:r>
        </a:p>
      </dgm:t>
    </dgm:pt>
    <dgm:pt modelId="{C55AB43C-47CA-4276-93DE-D28A4C8B7EED}" type="parTrans" cxnId="{17C7D123-8F93-4EEA-A95E-EFCD957C6AC1}">
      <dgm:prSet/>
      <dgm:spPr/>
      <dgm:t>
        <a:bodyPr/>
        <a:lstStyle/>
        <a:p>
          <a:endParaRPr lang="en-US"/>
        </a:p>
      </dgm:t>
    </dgm:pt>
    <dgm:pt modelId="{D3B5D8E6-5406-42CE-A793-61D9027A6AD8}" type="sibTrans" cxnId="{17C7D123-8F93-4EEA-A95E-EFCD957C6AC1}">
      <dgm:prSet/>
      <dgm:spPr/>
      <dgm:t>
        <a:bodyPr/>
        <a:lstStyle/>
        <a:p>
          <a:endParaRPr lang="en-US"/>
        </a:p>
      </dgm:t>
    </dgm:pt>
    <dgm:pt modelId="{BE4E2215-A3CE-41F2-81F6-54ACBC463FDB}">
      <dgm:prSet/>
      <dgm:spPr/>
      <dgm:t>
        <a:bodyPr/>
        <a:lstStyle/>
        <a:p>
          <a:r>
            <a:rPr lang="en-US"/>
            <a:t>Require push approvals</a:t>
          </a:r>
        </a:p>
      </dgm:t>
    </dgm:pt>
    <dgm:pt modelId="{221860D5-EE7A-4A8B-9FC1-5C26864D5FFF}" type="parTrans" cxnId="{36F811A4-0E6D-4B03-BE17-8B26F79B54F0}">
      <dgm:prSet/>
      <dgm:spPr/>
      <dgm:t>
        <a:bodyPr/>
        <a:lstStyle/>
        <a:p>
          <a:endParaRPr lang="en-US"/>
        </a:p>
      </dgm:t>
    </dgm:pt>
    <dgm:pt modelId="{F3C9DD63-3C80-4EDF-9BA6-C0D718A7153D}" type="sibTrans" cxnId="{36F811A4-0E6D-4B03-BE17-8B26F79B54F0}">
      <dgm:prSet/>
      <dgm:spPr/>
      <dgm:t>
        <a:bodyPr/>
        <a:lstStyle/>
        <a:p>
          <a:endParaRPr lang="en-US"/>
        </a:p>
      </dgm:t>
    </dgm:pt>
    <dgm:pt modelId="{C91A472F-2992-4FA9-8377-78E225E92F76}">
      <dgm:prSet/>
      <dgm:spPr/>
      <dgm:t>
        <a:bodyPr/>
        <a:lstStyle/>
        <a:p>
          <a:r>
            <a:rPr lang="en-US"/>
            <a:t>Require</a:t>
          </a:r>
        </a:p>
      </dgm:t>
    </dgm:pt>
    <dgm:pt modelId="{A893A641-BF02-4C4F-B590-627921DB37CD}" type="parTrans" cxnId="{11B732DC-266C-462F-BF46-D519E0F03C9B}">
      <dgm:prSet/>
      <dgm:spPr/>
      <dgm:t>
        <a:bodyPr/>
        <a:lstStyle/>
        <a:p>
          <a:endParaRPr lang="en-US"/>
        </a:p>
      </dgm:t>
    </dgm:pt>
    <dgm:pt modelId="{0EC9AA73-E9D8-4CF7-B4B5-62B619213F2D}" type="sibTrans" cxnId="{11B732DC-266C-462F-BF46-D519E0F03C9B}">
      <dgm:prSet/>
      <dgm:spPr/>
      <dgm:t>
        <a:bodyPr/>
        <a:lstStyle/>
        <a:p>
          <a:endParaRPr lang="en-US"/>
        </a:p>
      </dgm:t>
    </dgm:pt>
    <dgm:pt modelId="{B277BF09-646D-4CE8-BFFD-862488DDBFB0}">
      <dgm:prSet/>
      <dgm:spPr/>
      <dgm:t>
        <a:bodyPr/>
        <a:lstStyle/>
        <a:p>
          <a:r>
            <a:rPr lang="en-US"/>
            <a:t>Require passing status checks</a:t>
          </a:r>
        </a:p>
      </dgm:t>
    </dgm:pt>
    <dgm:pt modelId="{3C6038A8-C731-4281-BC3C-C33ABAD193CC}" type="parTrans" cxnId="{33A13D84-B950-47B3-9658-754FFE16C128}">
      <dgm:prSet/>
      <dgm:spPr/>
      <dgm:t>
        <a:bodyPr/>
        <a:lstStyle/>
        <a:p>
          <a:endParaRPr lang="en-US"/>
        </a:p>
      </dgm:t>
    </dgm:pt>
    <dgm:pt modelId="{60434795-976A-46D7-8516-9070DEC25C23}" type="sibTrans" cxnId="{33A13D84-B950-47B3-9658-754FFE16C128}">
      <dgm:prSet/>
      <dgm:spPr/>
      <dgm:t>
        <a:bodyPr/>
        <a:lstStyle/>
        <a:p>
          <a:endParaRPr lang="en-US"/>
        </a:p>
      </dgm:t>
    </dgm:pt>
    <dgm:pt modelId="{8918D6E9-B36C-426C-AA96-A23E13E73225}">
      <dgm:prSet/>
      <dgm:spPr/>
      <dgm:t>
        <a:bodyPr/>
        <a:lstStyle/>
        <a:p>
          <a:r>
            <a:rPr lang="en-US"/>
            <a:t>Disable</a:t>
          </a:r>
        </a:p>
      </dgm:t>
    </dgm:pt>
    <dgm:pt modelId="{B40E55B9-4CBA-4F0E-A054-763E7EF3AB61}" type="parTrans" cxnId="{5CDA5503-8A4E-4676-85F8-25448E191499}">
      <dgm:prSet/>
      <dgm:spPr/>
      <dgm:t>
        <a:bodyPr/>
        <a:lstStyle/>
        <a:p>
          <a:endParaRPr lang="en-US"/>
        </a:p>
      </dgm:t>
    </dgm:pt>
    <dgm:pt modelId="{7EF83FF8-67B0-4185-8A9D-0BE2A03FD25C}" type="sibTrans" cxnId="{5CDA5503-8A4E-4676-85F8-25448E191499}">
      <dgm:prSet/>
      <dgm:spPr/>
      <dgm:t>
        <a:bodyPr/>
        <a:lstStyle/>
        <a:p>
          <a:endParaRPr lang="en-US"/>
        </a:p>
      </dgm:t>
    </dgm:pt>
    <dgm:pt modelId="{C8CE1EA0-C1E7-4973-91EB-75141E78290E}">
      <dgm:prSet/>
      <dgm:spPr/>
      <dgm:t>
        <a:bodyPr/>
        <a:lstStyle/>
        <a:p>
          <a:r>
            <a:rPr lang="en-US"/>
            <a:t>Disable unapproved pushes</a:t>
          </a:r>
        </a:p>
      </dgm:t>
    </dgm:pt>
    <dgm:pt modelId="{532EBFA4-3FD0-472A-AEB0-244FD9E8C633}" type="parTrans" cxnId="{AE54A241-D975-4028-BB28-5F605ED13B95}">
      <dgm:prSet/>
      <dgm:spPr/>
      <dgm:t>
        <a:bodyPr/>
        <a:lstStyle/>
        <a:p>
          <a:endParaRPr lang="en-US"/>
        </a:p>
      </dgm:t>
    </dgm:pt>
    <dgm:pt modelId="{C742DE6C-534F-44C6-AA6F-F8A96CE5493F}" type="sibTrans" cxnId="{AE54A241-D975-4028-BB28-5F605ED13B95}">
      <dgm:prSet/>
      <dgm:spPr/>
      <dgm:t>
        <a:bodyPr/>
        <a:lstStyle/>
        <a:p>
          <a:endParaRPr lang="en-US"/>
        </a:p>
      </dgm:t>
    </dgm:pt>
    <dgm:pt modelId="{35076F1C-9F22-4CFF-8B16-8B01B6516671}" type="pres">
      <dgm:prSet presAssocID="{A258A0F9-7BB9-49D7-8817-FA1BB7DFD01B}" presName="Name0" presStyleCnt="0">
        <dgm:presLayoutVars>
          <dgm:dir/>
          <dgm:animLvl val="lvl"/>
          <dgm:resizeHandles val="exact"/>
        </dgm:presLayoutVars>
      </dgm:prSet>
      <dgm:spPr/>
    </dgm:pt>
    <dgm:pt modelId="{FB2C85FC-E153-46F2-B590-1CA527A776A1}" type="pres">
      <dgm:prSet presAssocID="{8918D6E9-B36C-426C-AA96-A23E13E73225}" presName="boxAndChildren" presStyleCnt="0"/>
      <dgm:spPr/>
    </dgm:pt>
    <dgm:pt modelId="{DF6F5BD2-897B-4937-BE4F-C0F54A241A0A}" type="pres">
      <dgm:prSet presAssocID="{8918D6E9-B36C-426C-AA96-A23E13E73225}" presName="parentTextBox" presStyleLbl="alignNode1" presStyleIdx="0" presStyleCnt="4"/>
      <dgm:spPr/>
    </dgm:pt>
    <dgm:pt modelId="{5EED28F7-D09F-4FB3-A4DB-C6CA9D0A5F3A}" type="pres">
      <dgm:prSet presAssocID="{8918D6E9-B36C-426C-AA96-A23E13E73225}" presName="descendantBox" presStyleLbl="bgAccFollowNode1" presStyleIdx="0" presStyleCnt="4"/>
      <dgm:spPr/>
    </dgm:pt>
    <dgm:pt modelId="{70F08747-3E98-45D7-9760-6802D6072139}" type="pres">
      <dgm:prSet presAssocID="{0EC9AA73-E9D8-4CF7-B4B5-62B619213F2D}" presName="sp" presStyleCnt="0"/>
      <dgm:spPr/>
    </dgm:pt>
    <dgm:pt modelId="{A286F529-DB2A-4AE9-80CA-EADC66CF51E0}" type="pres">
      <dgm:prSet presAssocID="{C91A472F-2992-4FA9-8377-78E225E92F76}" presName="arrowAndChildren" presStyleCnt="0"/>
      <dgm:spPr/>
    </dgm:pt>
    <dgm:pt modelId="{8412A7EE-3854-4EDF-A8CA-6FF812A39708}" type="pres">
      <dgm:prSet presAssocID="{C91A472F-2992-4FA9-8377-78E225E92F76}" presName="parentTextArrow" presStyleLbl="node1" presStyleIdx="0" presStyleCnt="0"/>
      <dgm:spPr/>
    </dgm:pt>
    <dgm:pt modelId="{D6B24CCA-ACA3-4F6B-9E80-F0C8A88FAD1D}" type="pres">
      <dgm:prSet presAssocID="{C91A472F-2992-4FA9-8377-78E225E92F76}" presName="arrow" presStyleLbl="alignNode1" presStyleIdx="1" presStyleCnt="4"/>
      <dgm:spPr/>
    </dgm:pt>
    <dgm:pt modelId="{F22D3631-56B5-4618-9026-ABC75DFFA5AC}" type="pres">
      <dgm:prSet presAssocID="{C91A472F-2992-4FA9-8377-78E225E92F76}" presName="descendantArrow" presStyleLbl="bgAccFollowNode1" presStyleIdx="1" presStyleCnt="4"/>
      <dgm:spPr/>
    </dgm:pt>
    <dgm:pt modelId="{9D6ADCED-1091-4F20-83C4-EAAAB243EBA8}" type="pres">
      <dgm:prSet presAssocID="{D3B5D8E6-5406-42CE-A793-61D9027A6AD8}" presName="sp" presStyleCnt="0"/>
      <dgm:spPr/>
    </dgm:pt>
    <dgm:pt modelId="{221432DC-27D6-4742-8829-95406B519156}" type="pres">
      <dgm:prSet presAssocID="{30E61535-DBFB-47A0-8814-85C74AC7112C}" presName="arrowAndChildren" presStyleCnt="0"/>
      <dgm:spPr/>
    </dgm:pt>
    <dgm:pt modelId="{EDE541E2-21F2-4DF7-9273-06D1FB1F9F4A}" type="pres">
      <dgm:prSet presAssocID="{30E61535-DBFB-47A0-8814-85C74AC7112C}" presName="parentTextArrow" presStyleLbl="node1" presStyleIdx="0" presStyleCnt="0"/>
      <dgm:spPr/>
    </dgm:pt>
    <dgm:pt modelId="{E61AE084-F87D-4BB2-A6EB-53FB95F2F8FE}" type="pres">
      <dgm:prSet presAssocID="{30E61535-DBFB-47A0-8814-85C74AC7112C}" presName="arrow" presStyleLbl="alignNode1" presStyleIdx="2" presStyleCnt="4"/>
      <dgm:spPr/>
    </dgm:pt>
    <dgm:pt modelId="{F02B0EA2-E3BD-4C3F-9F79-2B87B51565FE}" type="pres">
      <dgm:prSet presAssocID="{30E61535-DBFB-47A0-8814-85C74AC7112C}" presName="descendantArrow" presStyleLbl="bgAccFollowNode1" presStyleIdx="2" presStyleCnt="4"/>
      <dgm:spPr/>
    </dgm:pt>
    <dgm:pt modelId="{0A9FFCCF-BF68-496D-8EB9-A1B191494CBE}" type="pres">
      <dgm:prSet presAssocID="{885E4205-E7FA-40FC-AA9A-E30577598EB2}" presName="sp" presStyleCnt="0"/>
      <dgm:spPr/>
    </dgm:pt>
    <dgm:pt modelId="{95208F99-4C31-44BB-8E2B-C8291E903B42}" type="pres">
      <dgm:prSet presAssocID="{FF6420E4-3B89-418D-8DF6-17412182338F}" presName="arrowAndChildren" presStyleCnt="0"/>
      <dgm:spPr/>
    </dgm:pt>
    <dgm:pt modelId="{E4EF36A3-8459-45DE-BDDA-F425F6BAAC0F}" type="pres">
      <dgm:prSet presAssocID="{FF6420E4-3B89-418D-8DF6-17412182338F}" presName="parentTextArrow" presStyleLbl="node1" presStyleIdx="0" presStyleCnt="0"/>
      <dgm:spPr/>
    </dgm:pt>
    <dgm:pt modelId="{50A4372C-7741-4C59-A9CB-AF43A2C146EE}" type="pres">
      <dgm:prSet presAssocID="{FF6420E4-3B89-418D-8DF6-17412182338F}" presName="arrow" presStyleLbl="alignNode1" presStyleIdx="3" presStyleCnt="4"/>
      <dgm:spPr/>
    </dgm:pt>
    <dgm:pt modelId="{CDB56BDF-ACD8-404D-B50F-69548B059DB4}" type="pres">
      <dgm:prSet presAssocID="{FF6420E4-3B89-418D-8DF6-17412182338F}" presName="descendantArrow" presStyleLbl="bgAccFollowNode1" presStyleIdx="3" presStyleCnt="4"/>
      <dgm:spPr/>
    </dgm:pt>
  </dgm:ptLst>
  <dgm:cxnLst>
    <dgm:cxn modelId="{5CDA5503-8A4E-4676-85F8-25448E191499}" srcId="{A258A0F9-7BB9-49D7-8817-FA1BB7DFD01B}" destId="{8918D6E9-B36C-426C-AA96-A23E13E73225}" srcOrd="3" destOrd="0" parTransId="{B40E55B9-4CBA-4F0E-A054-763E7EF3AB61}" sibTransId="{7EF83FF8-67B0-4185-8A9D-0BE2A03FD25C}"/>
    <dgm:cxn modelId="{64803F04-4B8C-4BDE-ADCE-1639493C2153}" type="presOf" srcId="{C91A472F-2992-4FA9-8377-78E225E92F76}" destId="{D6B24CCA-ACA3-4F6B-9E80-F0C8A88FAD1D}" srcOrd="1" destOrd="0" presId="urn:microsoft.com/office/officeart/2016/7/layout/VerticalDownArrowProcess"/>
    <dgm:cxn modelId="{AA5ADC08-89A6-40B3-B516-26777FA9E94C}" type="presOf" srcId="{FF6420E4-3B89-418D-8DF6-17412182338F}" destId="{50A4372C-7741-4C59-A9CB-AF43A2C146EE}" srcOrd="1" destOrd="0" presId="urn:microsoft.com/office/officeart/2016/7/layout/VerticalDownArrowProcess"/>
    <dgm:cxn modelId="{EC785D16-DB8A-4FAD-A238-472EDB0EEC8E}" type="presOf" srcId="{B277BF09-646D-4CE8-BFFD-862488DDBFB0}" destId="{F22D3631-56B5-4618-9026-ABC75DFFA5AC}" srcOrd="0" destOrd="0" presId="urn:microsoft.com/office/officeart/2016/7/layout/VerticalDownArrowProcess"/>
    <dgm:cxn modelId="{17C7D123-8F93-4EEA-A95E-EFCD957C6AC1}" srcId="{A258A0F9-7BB9-49D7-8817-FA1BB7DFD01B}" destId="{30E61535-DBFB-47A0-8814-85C74AC7112C}" srcOrd="1" destOrd="0" parTransId="{C55AB43C-47CA-4276-93DE-D28A4C8B7EED}" sibTransId="{D3B5D8E6-5406-42CE-A793-61D9027A6AD8}"/>
    <dgm:cxn modelId="{51A1E32A-E0C2-4290-A1BE-8936BE72E2BF}" type="presOf" srcId="{5805A66A-A4BF-495F-9ADF-579242C8F6FE}" destId="{CDB56BDF-ACD8-404D-B50F-69548B059DB4}" srcOrd="0" destOrd="0" presId="urn:microsoft.com/office/officeart/2016/7/layout/VerticalDownArrowProcess"/>
    <dgm:cxn modelId="{AE54A241-D975-4028-BB28-5F605ED13B95}" srcId="{8918D6E9-B36C-426C-AA96-A23E13E73225}" destId="{C8CE1EA0-C1E7-4973-91EB-75141E78290E}" srcOrd="0" destOrd="0" parTransId="{532EBFA4-3FD0-472A-AEB0-244FD9E8C633}" sibTransId="{C742DE6C-534F-44C6-AA6F-F8A96CE5493F}"/>
    <dgm:cxn modelId="{D5FB624B-F9E8-4F38-82DB-6279925E0C3A}" type="presOf" srcId="{A258A0F9-7BB9-49D7-8817-FA1BB7DFD01B}" destId="{35076F1C-9F22-4CFF-8B16-8B01B6516671}" srcOrd="0" destOrd="0" presId="urn:microsoft.com/office/officeart/2016/7/layout/VerticalDownArrowProcess"/>
    <dgm:cxn modelId="{A2D8A152-1332-4A72-BFCE-6E2B4B542394}" type="presOf" srcId="{FF6420E4-3B89-418D-8DF6-17412182338F}" destId="{E4EF36A3-8459-45DE-BDDA-F425F6BAAC0F}" srcOrd="0" destOrd="0" presId="urn:microsoft.com/office/officeart/2016/7/layout/VerticalDownArrowProcess"/>
    <dgm:cxn modelId="{33A13D84-B950-47B3-9658-754FFE16C128}" srcId="{C91A472F-2992-4FA9-8377-78E225E92F76}" destId="{B277BF09-646D-4CE8-BFFD-862488DDBFB0}" srcOrd="0" destOrd="0" parTransId="{3C6038A8-C731-4281-BC3C-C33ABAD193CC}" sibTransId="{60434795-976A-46D7-8516-9070DEC25C23}"/>
    <dgm:cxn modelId="{977DB49F-30E0-4C23-A6C7-7104ED1E51FB}" srcId="{FF6420E4-3B89-418D-8DF6-17412182338F}" destId="{5805A66A-A4BF-495F-9ADF-579242C8F6FE}" srcOrd="0" destOrd="0" parTransId="{9D8667EA-EEDF-4D50-BD0B-103D36843E0D}" sibTransId="{BBFB2BCA-3AC8-49EC-9338-5C57D04B26D7}"/>
    <dgm:cxn modelId="{36F811A4-0E6D-4B03-BE17-8B26F79B54F0}" srcId="{30E61535-DBFB-47A0-8814-85C74AC7112C}" destId="{BE4E2215-A3CE-41F2-81F6-54ACBC463FDB}" srcOrd="0" destOrd="0" parTransId="{221860D5-EE7A-4A8B-9FC1-5C26864D5FFF}" sibTransId="{F3C9DD63-3C80-4EDF-9BA6-C0D718A7153D}"/>
    <dgm:cxn modelId="{430E4BB7-631C-494E-9A8C-27128DD9D996}" type="presOf" srcId="{8918D6E9-B36C-426C-AA96-A23E13E73225}" destId="{DF6F5BD2-897B-4937-BE4F-C0F54A241A0A}" srcOrd="0" destOrd="0" presId="urn:microsoft.com/office/officeart/2016/7/layout/VerticalDownArrowProcess"/>
    <dgm:cxn modelId="{0A62A2BF-F6F9-4D22-B003-E2736906C98B}" type="presOf" srcId="{C8CE1EA0-C1E7-4973-91EB-75141E78290E}" destId="{5EED28F7-D09F-4FB3-A4DB-C6CA9D0A5F3A}" srcOrd="0" destOrd="0" presId="urn:microsoft.com/office/officeart/2016/7/layout/VerticalDownArrowProcess"/>
    <dgm:cxn modelId="{31107BC0-580B-4331-B13E-3D4BE58958FF}" srcId="{A258A0F9-7BB9-49D7-8817-FA1BB7DFD01B}" destId="{FF6420E4-3B89-418D-8DF6-17412182338F}" srcOrd="0" destOrd="0" parTransId="{4DF20B06-B81E-47FF-B8F6-A65C0517991F}" sibTransId="{885E4205-E7FA-40FC-AA9A-E30577598EB2}"/>
    <dgm:cxn modelId="{E6B653C1-8B5C-48D8-A59C-1EEF46B4D157}" type="presOf" srcId="{30E61535-DBFB-47A0-8814-85C74AC7112C}" destId="{E61AE084-F87D-4BB2-A6EB-53FB95F2F8FE}" srcOrd="1" destOrd="0" presId="urn:microsoft.com/office/officeart/2016/7/layout/VerticalDownArrowProcess"/>
    <dgm:cxn modelId="{40BF82C6-FFC2-40C2-BB44-57BE976A5CA3}" type="presOf" srcId="{30E61535-DBFB-47A0-8814-85C74AC7112C}" destId="{EDE541E2-21F2-4DF7-9273-06D1FB1F9F4A}" srcOrd="0" destOrd="0" presId="urn:microsoft.com/office/officeart/2016/7/layout/VerticalDownArrowProcess"/>
    <dgm:cxn modelId="{11B732DC-266C-462F-BF46-D519E0F03C9B}" srcId="{A258A0F9-7BB9-49D7-8817-FA1BB7DFD01B}" destId="{C91A472F-2992-4FA9-8377-78E225E92F76}" srcOrd="2" destOrd="0" parTransId="{A893A641-BF02-4C4F-B590-627921DB37CD}" sibTransId="{0EC9AA73-E9D8-4CF7-B4B5-62B619213F2D}"/>
    <dgm:cxn modelId="{6DC8EAE0-24B4-462E-974E-76DA514609CA}" type="presOf" srcId="{BE4E2215-A3CE-41F2-81F6-54ACBC463FDB}" destId="{F02B0EA2-E3BD-4C3F-9F79-2B87B51565FE}" srcOrd="0" destOrd="0" presId="urn:microsoft.com/office/officeart/2016/7/layout/VerticalDownArrowProcess"/>
    <dgm:cxn modelId="{A0B810F0-8754-4B42-917B-5BE6D8FC482C}" type="presOf" srcId="{C91A472F-2992-4FA9-8377-78E225E92F76}" destId="{8412A7EE-3854-4EDF-A8CA-6FF812A39708}" srcOrd="0" destOrd="0" presId="urn:microsoft.com/office/officeart/2016/7/layout/VerticalDownArrowProcess"/>
    <dgm:cxn modelId="{AA57E3D2-7EFB-44F8-8EF1-7DBCBB804752}" type="presParOf" srcId="{35076F1C-9F22-4CFF-8B16-8B01B6516671}" destId="{FB2C85FC-E153-46F2-B590-1CA527A776A1}" srcOrd="0" destOrd="0" presId="urn:microsoft.com/office/officeart/2016/7/layout/VerticalDownArrowProcess"/>
    <dgm:cxn modelId="{A5D3BD14-2FD4-4FC8-A221-F6646D5E632B}" type="presParOf" srcId="{FB2C85FC-E153-46F2-B590-1CA527A776A1}" destId="{DF6F5BD2-897B-4937-BE4F-C0F54A241A0A}" srcOrd="0" destOrd="0" presId="urn:microsoft.com/office/officeart/2016/7/layout/VerticalDownArrowProcess"/>
    <dgm:cxn modelId="{09BC2CA4-7621-4530-8386-0A9B592C7024}" type="presParOf" srcId="{FB2C85FC-E153-46F2-B590-1CA527A776A1}" destId="{5EED28F7-D09F-4FB3-A4DB-C6CA9D0A5F3A}" srcOrd="1" destOrd="0" presId="urn:microsoft.com/office/officeart/2016/7/layout/VerticalDownArrowProcess"/>
    <dgm:cxn modelId="{5A0D8074-6929-4E4C-B004-61940829749B}" type="presParOf" srcId="{35076F1C-9F22-4CFF-8B16-8B01B6516671}" destId="{70F08747-3E98-45D7-9760-6802D6072139}" srcOrd="1" destOrd="0" presId="urn:microsoft.com/office/officeart/2016/7/layout/VerticalDownArrowProcess"/>
    <dgm:cxn modelId="{9BABD4F2-BC33-4AEE-955F-2B512162FF9B}" type="presParOf" srcId="{35076F1C-9F22-4CFF-8B16-8B01B6516671}" destId="{A286F529-DB2A-4AE9-80CA-EADC66CF51E0}" srcOrd="2" destOrd="0" presId="urn:microsoft.com/office/officeart/2016/7/layout/VerticalDownArrowProcess"/>
    <dgm:cxn modelId="{4727F64A-D572-468A-BDE8-FE7026404340}" type="presParOf" srcId="{A286F529-DB2A-4AE9-80CA-EADC66CF51E0}" destId="{8412A7EE-3854-4EDF-A8CA-6FF812A39708}" srcOrd="0" destOrd="0" presId="urn:microsoft.com/office/officeart/2016/7/layout/VerticalDownArrowProcess"/>
    <dgm:cxn modelId="{3F02F0BC-FC8F-4E48-8628-BA962EDCED95}" type="presParOf" srcId="{A286F529-DB2A-4AE9-80CA-EADC66CF51E0}" destId="{D6B24CCA-ACA3-4F6B-9E80-F0C8A88FAD1D}" srcOrd="1" destOrd="0" presId="urn:microsoft.com/office/officeart/2016/7/layout/VerticalDownArrowProcess"/>
    <dgm:cxn modelId="{345DAAAF-A66E-4EFE-BCEC-72C88E4C1CD4}" type="presParOf" srcId="{A286F529-DB2A-4AE9-80CA-EADC66CF51E0}" destId="{F22D3631-56B5-4618-9026-ABC75DFFA5AC}" srcOrd="2" destOrd="0" presId="urn:microsoft.com/office/officeart/2016/7/layout/VerticalDownArrowProcess"/>
    <dgm:cxn modelId="{0F86B31D-BC17-417D-8B29-C4DCDD55DB77}" type="presParOf" srcId="{35076F1C-9F22-4CFF-8B16-8B01B6516671}" destId="{9D6ADCED-1091-4F20-83C4-EAAAB243EBA8}" srcOrd="3" destOrd="0" presId="urn:microsoft.com/office/officeart/2016/7/layout/VerticalDownArrowProcess"/>
    <dgm:cxn modelId="{51AC5708-F72A-4613-BF4F-AB6736F5D27E}" type="presParOf" srcId="{35076F1C-9F22-4CFF-8B16-8B01B6516671}" destId="{221432DC-27D6-4742-8829-95406B519156}" srcOrd="4" destOrd="0" presId="urn:microsoft.com/office/officeart/2016/7/layout/VerticalDownArrowProcess"/>
    <dgm:cxn modelId="{842DB09F-E7C3-4074-870A-7796BCA0BF0A}" type="presParOf" srcId="{221432DC-27D6-4742-8829-95406B519156}" destId="{EDE541E2-21F2-4DF7-9273-06D1FB1F9F4A}" srcOrd="0" destOrd="0" presId="urn:microsoft.com/office/officeart/2016/7/layout/VerticalDownArrowProcess"/>
    <dgm:cxn modelId="{3857E421-ACA1-40EE-B98B-C753EA38C7C7}" type="presParOf" srcId="{221432DC-27D6-4742-8829-95406B519156}" destId="{E61AE084-F87D-4BB2-A6EB-53FB95F2F8FE}" srcOrd="1" destOrd="0" presId="urn:microsoft.com/office/officeart/2016/7/layout/VerticalDownArrowProcess"/>
    <dgm:cxn modelId="{95DFA761-95A3-4FDE-9631-D9FFCDE7A316}" type="presParOf" srcId="{221432DC-27D6-4742-8829-95406B519156}" destId="{F02B0EA2-E3BD-4C3F-9F79-2B87B51565FE}" srcOrd="2" destOrd="0" presId="urn:microsoft.com/office/officeart/2016/7/layout/VerticalDownArrowProcess"/>
    <dgm:cxn modelId="{088C8B3B-D122-4184-9F81-6540D447FD18}" type="presParOf" srcId="{35076F1C-9F22-4CFF-8B16-8B01B6516671}" destId="{0A9FFCCF-BF68-496D-8EB9-A1B191494CBE}" srcOrd="5" destOrd="0" presId="urn:microsoft.com/office/officeart/2016/7/layout/VerticalDownArrowProcess"/>
    <dgm:cxn modelId="{C2A7A305-1629-4704-BCE8-2314A934EC9F}" type="presParOf" srcId="{35076F1C-9F22-4CFF-8B16-8B01B6516671}" destId="{95208F99-4C31-44BB-8E2B-C8291E903B42}" srcOrd="6" destOrd="0" presId="urn:microsoft.com/office/officeart/2016/7/layout/VerticalDownArrowProcess"/>
    <dgm:cxn modelId="{4D4A8B48-6C9E-45AA-8F77-14E9A9F19FC4}" type="presParOf" srcId="{95208F99-4C31-44BB-8E2B-C8291E903B42}" destId="{E4EF36A3-8459-45DE-BDDA-F425F6BAAC0F}" srcOrd="0" destOrd="0" presId="urn:microsoft.com/office/officeart/2016/7/layout/VerticalDownArrowProcess"/>
    <dgm:cxn modelId="{F4CDE25D-014D-4EF4-898A-CC757CB2E822}" type="presParOf" srcId="{95208F99-4C31-44BB-8E2B-C8291E903B42}" destId="{50A4372C-7741-4C59-A9CB-AF43A2C146EE}" srcOrd="1" destOrd="0" presId="urn:microsoft.com/office/officeart/2016/7/layout/VerticalDownArrowProcess"/>
    <dgm:cxn modelId="{ADFA0DDB-69E4-4E19-97B4-4A19E46A578E}" type="presParOf" srcId="{95208F99-4C31-44BB-8E2B-C8291E903B42}" destId="{CDB56BDF-ACD8-404D-B50F-69548B059DB4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78DED3C-CADA-4BD3-85AB-F19AF230880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625088C-C4B7-4C81-BACE-BE8F46C55B3B}">
      <dgm:prSet/>
      <dgm:spPr/>
      <dgm:t>
        <a:bodyPr/>
        <a:lstStyle/>
        <a:p>
          <a:r>
            <a:rPr lang="en-US"/>
            <a:t>Enable secret scanning to find API keys</a:t>
          </a:r>
        </a:p>
      </dgm:t>
    </dgm:pt>
    <dgm:pt modelId="{BE481138-3A3E-4761-BF55-168F1AC48239}" type="parTrans" cxnId="{91911A86-5DB0-493E-B01B-95FA5C25B089}">
      <dgm:prSet/>
      <dgm:spPr/>
      <dgm:t>
        <a:bodyPr/>
        <a:lstStyle/>
        <a:p>
          <a:endParaRPr lang="en-US"/>
        </a:p>
      </dgm:t>
    </dgm:pt>
    <dgm:pt modelId="{841FFAFE-0283-46E9-B5FD-1AB2C4AC71B2}" type="sibTrans" cxnId="{91911A86-5DB0-493E-B01B-95FA5C25B089}">
      <dgm:prSet/>
      <dgm:spPr/>
      <dgm:t>
        <a:bodyPr/>
        <a:lstStyle/>
        <a:p>
          <a:endParaRPr lang="en-US"/>
        </a:p>
      </dgm:t>
    </dgm:pt>
    <dgm:pt modelId="{743A830E-64A6-46D6-8355-5413D18C4A22}">
      <dgm:prSet/>
      <dgm:spPr/>
      <dgm:t>
        <a:bodyPr/>
        <a:lstStyle/>
        <a:p>
          <a:r>
            <a:rPr lang="en-US"/>
            <a:t>Do not hard code credentials</a:t>
          </a:r>
        </a:p>
      </dgm:t>
    </dgm:pt>
    <dgm:pt modelId="{F775C07D-DDA4-4011-8A41-18616966AE1C}" type="parTrans" cxnId="{C54B7BB4-DB5C-4622-89AE-450A05D903F6}">
      <dgm:prSet/>
      <dgm:spPr/>
      <dgm:t>
        <a:bodyPr/>
        <a:lstStyle/>
        <a:p>
          <a:endParaRPr lang="en-US"/>
        </a:p>
      </dgm:t>
    </dgm:pt>
    <dgm:pt modelId="{FE151DF0-2CC4-46B2-9E2E-81BE21862098}" type="sibTrans" cxnId="{C54B7BB4-DB5C-4622-89AE-450A05D903F6}">
      <dgm:prSet/>
      <dgm:spPr/>
      <dgm:t>
        <a:bodyPr/>
        <a:lstStyle/>
        <a:p>
          <a:endParaRPr lang="en-US"/>
        </a:p>
      </dgm:t>
    </dgm:pt>
    <dgm:pt modelId="{F8EE9CFF-495D-42B6-BE99-811217337DAC}">
      <dgm:prSet/>
      <dgm:spPr/>
      <dgm:t>
        <a:bodyPr/>
        <a:lstStyle/>
        <a:p>
          <a:r>
            <a:rPr lang="en-US"/>
            <a:t>Monitor dependencies</a:t>
          </a:r>
        </a:p>
      </dgm:t>
    </dgm:pt>
    <dgm:pt modelId="{C1A4C5AC-F85B-46E2-A0BB-39D285F872B5}" type="parTrans" cxnId="{62D6E726-F163-4FD4-8315-F48E7348251D}">
      <dgm:prSet/>
      <dgm:spPr/>
      <dgm:t>
        <a:bodyPr/>
        <a:lstStyle/>
        <a:p>
          <a:endParaRPr lang="en-US"/>
        </a:p>
      </dgm:t>
    </dgm:pt>
    <dgm:pt modelId="{4631FAD7-5F58-46AC-9213-A756DA0074C3}" type="sibTrans" cxnId="{62D6E726-F163-4FD4-8315-F48E7348251D}">
      <dgm:prSet/>
      <dgm:spPr/>
      <dgm:t>
        <a:bodyPr/>
        <a:lstStyle/>
        <a:p>
          <a:endParaRPr lang="en-US"/>
        </a:p>
      </dgm:t>
    </dgm:pt>
    <dgm:pt modelId="{AF3C06B9-28E0-4ADC-8EB1-D5D1692504AF}">
      <dgm:prSet/>
      <dgm:spPr/>
      <dgm:t>
        <a:bodyPr/>
        <a:lstStyle/>
        <a:p>
          <a:r>
            <a:rPr lang="en-US"/>
            <a:t>Attacks often target repository worklows</a:t>
          </a:r>
        </a:p>
      </dgm:t>
    </dgm:pt>
    <dgm:pt modelId="{CF62E4CA-48C6-4065-B277-326D27AE27B8}" type="parTrans" cxnId="{3EF76750-0878-499C-9E3E-1F4966798431}">
      <dgm:prSet/>
      <dgm:spPr/>
      <dgm:t>
        <a:bodyPr/>
        <a:lstStyle/>
        <a:p>
          <a:endParaRPr lang="en-US"/>
        </a:p>
      </dgm:t>
    </dgm:pt>
    <dgm:pt modelId="{B3F945F0-3C66-4D92-B5F2-E0C153E139C5}" type="sibTrans" cxnId="{3EF76750-0878-499C-9E3E-1F4966798431}">
      <dgm:prSet/>
      <dgm:spPr/>
      <dgm:t>
        <a:bodyPr/>
        <a:lstStyle/>
        <a:p>
          <a:endParaRPr lang="en-US"/>
        </a:p>
      </dgm:t>
    </dgm:pt>
    <dgm:pt modelId="{C057EE7E-090F-4E8C-BBA2-804B0F38DBF0}" type="pres">
      <dgm:prSet presAssocID="{E78DED3C-CADA-4BD3-85AB-F19AF230880C}" presName="linear" presStyleCnt="0">
        <dgm:presLayoutVars>
          <dgm:animLvl val="lvl"/>
          <dgm:resizeHandles val="exact"/>
        </dgm:presLayoutVars>
      </dgm:prSet>
      <dgm:spPr/>
    </dgm:pt>
    <dgm:pt modelId="{46D95A58-30DD-4249-A2AA-2494AA1B9219}" type="pres">
      <dgm:prSet presAssocID="{A625088C-C4B7-4C81-BACE-BE8F46C55B3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75D4028-5F3D-4BA1-A2FE-7E7381B81097}" type="pres">
      <dgm:prSet presAssocID="{841FFAFE-0283-46E9-B5FD-1AB2C4AC71B2}" presName="spacer" presStyleCnt="0"/>
      <dgm:spPr/>
    </dgm:pt>
    <dgm:pt modelId="{7F8460B9-5D20-45B6-976A-25C7802807AB}" type="pres">
      <dgm:prSet presAssocID="{743A830E-64A6-46D6-8355-5413D18C4A2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FDE8BEC-F946-4D3D-B6B6-6B6DE453B342}" type="pres">
      <dgm:prSet presAssocID="{FE151DF0-2CC4-46B2-9E2E-81BE21862098}" presName="spacer" presStyleCnt="0"/>
      <dgm:spPr/>
    </dgm:pt>
    <dgm:pt modelId="{203A9632-D826-4CD1-833C-8A42264F0FA1}" type="pres">
      <dgm:prSet presAssocID="{F8EE9CFF-495D-42B6-BE99-811217337DA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C1767D9-CCFB-4874-99CE-D42F1EE87FE2}" type="pres">
      <dgm:prSet presAssocID="{4631FAD7-5F58-46AC-9213-A756DA0074C3}" presName="spacer" presStyleCnt="0"/>
      <dgm:spPr/>
    </dgm:pt>
    <dgm:pt modelId="{AA161691-41BF-4A56-9CBA-43171334B656}" type="pres">
      <dgm:prSet presAssocID="{AF3C06B9-28E0-4ADC-8EB1-D5D1692504A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2D6E726-F163-4FD4-8315-F48E7348251D}" srcId="{E78DED3C-CADA-4BD3-85AB-F19AF230880C}" destId="{F8EE9CFF-495D-42B6-BE99-811217337DAC}" srcOrd="2" destOrd="0" parTransId="{C1A4C5AC-F85B-46E2-A0BB-39D285F872B5}" sibTransId="{4631FAD7-5F58-46AC-9213-A756DA0074C3}"/>
    <dgm:cxn modelId="{15627528-FC6C-4AFE-9603-F5D9DDE1A789}" type="presOf" srcId="{F8EE9CFF-495D-42B6-BE99-811217337DAC}" destId="{203A9632-D826-4CD1-833C-8A42264F0FA1}" srcOrd="0" destOrd="0" presId="urn:microsoft.com/office/officeart/2005/8/layout/vList2"/>
    <dgm:cxn modelId="{29656B2C-EFD6-4425-897D-9104E34A2E0C}" type="presOf" srcId="{E78DED3C-CADA-4BD3-85AB-F19AF230880C}" destId="{C057EE7E-090F-4E8C-BBA2-804B0F38DBF0}" srcOrd="0" destOrd="0" presId="urn:microsoft.com/office/officeart/2005/8/layout/vList2"/>
    <dgm:cxn modelId="{EFD9093E-32C6-4BB6-83BB-BDE0EA6E1456}" type="presOf" srcId="{A625088C-C4B7-4C81-BACE-BE8F46C55B3B}" destId="{46D95A58-30DD-4249-A2AA-2494AA1B9219}" srcOrd="0" destOrd="0" presId="urn:microsoft.com/office/officeart/2005/8/layout/vList2"/>
    <dgm:cxn modelId="{EE6B7E5C-C580-44C6-88C8-34EE94967461}" type="presOf" srcId="{AF3C06B9-28E0-4ADC-8EB1-D5D1692504AF}" destId="{AA161691-41BF-4A56-9CBA-43171334B656}" srcOrd="0" destOrd="0" presId="urn:microsoft.com/office/officeart/2005/8/layout/vList2"/>
    <dgm:cxn modelId="{A8019E4B-B95B-4E41-AA13-582C4980013E}" type="presOf" srcId="{743A830E-64A6-46D6-8355-5413D18C4A22}" destId="{7F8460B9-5D20-45B6-976A-25C7802807AB}" srcOrd="0" destOrd="0" presId="urn:microsoft.com/office/officeart/2005/8/layout/vList2"/>
    <dgm:cxn modelId="{3EF76750-0878-499C-9E3E-1F4966798431}" srcId="{E78DED3C-CADA-4BD3-85AB-F19AF230880C}" destId="{AF3C06B9-28E0-4ADC-8EB1-D5D1692504AF}" srcOrd="3" destOrd="0" parTransId="{CF62E4CA-48C6-4065-B277-326D27AE27B8}" sibTransId="{B3F945F0-3C66-4D92-B5F2-E0C153E139C5}"/>
    <dgm:cxn modelId="{91911A86-5DB0-493E-B01B-95FA5C25B089}" srcId="{E78DED3C-CADA-4BD3-85AB-F19AF230880C}" destId="{A625088C-C4B7-4C81-BACE-BE8F46C55B3B}" srcOrd="0" destOrd="0" parTransId="{BE481138-3A3E-4761-BF55-168F1AC48239}" sibTransId="{841FFAFE-0283-46E9-B5FD-1AB2C4AC71B2}"/>
    <dgm:cxn modelId="{C54B7BB4-DB5C-4622-89AE-450A05D903F6}" srcId="{E78DED3C-CADA-4BD3-85AB-F19AF230880C}" destId="{743A830E-64A6-46D6-8355-5413D18C4A22}" srcOrd="1" destOrd="0" parTransId="{F775C07D-DDA4-4011-8A41-18616966AE1C}" sibTransId="{FE151DF0-2CC4-46B2-9E2E-81BE21862098}"/>
    <dgm:cxn modelId="{E4E44E14-8EEA-4D76-B649-6514512B1AAD}" type="presParOf" srcId="{C057EE7E-090F-4E8C-BBA2-804B0F38DBF0}" destId="{46D95A58-30DD-4249-A2AA-2494AA1B9219}" srcOrd="0" destOrd="0" presId="urn:microsoft.com/office/officeart/2005/8/layout/vList2"/>
    <dgm:cxn modelId="{97913A98-C835-4A53-A61B-ADA20757E028}" type="presParOf" srcId="{C057EE7E-090F-4E8C-BBA2-804B0F38DBF0}" destId="{975D4028-5F3D-4BA1-A2FE-7E7381B81097}" srcOrd="1" destOrd="0" presId="urn:microsoft.com/office/officeart/2005/8/layout/vList2"/>
    <dgm:cxn modelId="{D4DBB80D-D09D-476C-B40C-4EF15E904807}" type="presParOf" srcId="{C057EE7E-090F-4E8C-BBA2-804B0F38DBF0}" destId="{7F8460B9-5D20-45B6-976A-25C7802807AB}" srcOrd="2" destOrd="0" presId="urn:microsoft.com/office/officeart/2005/8/layout/vList2"/>
    <dgm:cxn modelId="{CF3EB454-5B3B-4DA0-A9B4-0FFA9A2828FA}" type="presParOf" srcId="{C057EE7E-090F-4E8C-BBA2-804B0F38DBF0}" destId="{DFDE8BEC-F946-4D3D-B6B6-6B6DE453B342}" srcOrd="3" destOrd="0" presId="urn:microsoft.com/office/officeart/2005/8/layout/vList2"/>
    <dgm:cxn modelId="{8C9E0CA3-989F-41D4-80D4-8CC9696D624E}" type="presParOf" srcId="{C057EE7E-090F-4E8C-BBA2-804B0F38DBF0}" destId="{203A9632-D826-4CD1-833C-8A42264F0FA1}" srcOrd="4" destOrd="0" presId="urn:microsoft.com/office/officeart/2005/8/layout/vList2"/>
    <dgm:cxn modelId="{CAA09739-30B8-4C3D-9730-8AF6CC2483CD}" type="presParOf" srcId="{C057EE7E-090F-4E8C-BBA2-804B0F38DBF0}" destId="{9C1767D9-CCFB-4874-99CE-D42F1EE87FE2}" srcOrd="5" destOrd="0" presId="urn:microsoft.com/office/officeart/2005/8/layout/vList2"/>
    <dgm:cxn modelId="{224BC910-EC92-4D7C-8309-2CD28D949C2F}" type="presParOf" srcId="{C057EE7E-090F-4E8C-BBA2-804B0F38DBF0}" destId="{AA161691-41BF-4A56-9CBA-43171334B65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5215E6D-1499-4ABF-9515-2EC2A5F97AD4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0C68462-27E6-49E9-B2B9-891018A77B7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Track unusual behavior</a:t>
          </a:r>
        </a:p>
      </dgm:t>
    </dgm:pt>
    <dgm:pt modelId="{7A3E3CB9-FAC7-4E99-99E1-D2728938E2F9}" type="parTrans" cxnId="{B8EC1254-BD57-4575-A9E6-661CE95576CC}">
      <dgm:prSet/>
      <dgm:spPr/>
      <dgm:t>
        <a:bodyPr/>
        <a:lstStyle/>
        <a:p>
          <a:endParaRPr lang="en-US"/>
        </a:p>
      </dgm:t>
    </dgm:pt>
    <dgm:pt modelId="{1A3A1E3B-6581-4E8B-9FA6-6018C861994A}" type="sibTrans" cxnId="{B8EC1254-BD57-4575-A9E6-661CE95576CC}">
      <dgm:prSet/>
      <dgm:spPr/>
      <dgm:t>
        <a:bodyPr/>
        <a:lstStyle/>
        <a:p>
          <a:endParaRPr lang="en-US"/>
        </a:p>
      </dgm:t>
    </dgm:pt>
    <dgm:pt modelId="{15A67005-CF27-438F-9B00-78248926818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Keep audit logs</a:t>
          </a:r>
        </a:p>
      </dgm:t>
    </dgm:pt>
    <dgm:pt modelId="{BF561286-19C5-411C-84CE-204871DF5287}" type="parTrans" cxnId="{806D139D-2F91-4B15-9102-C6387FB3956F}">
      <dgm:prSet/>
      <dgm:spPr/>
      <dgm:t>
        <a:bodyPr/>
        <a:lstStyle/>
        <a:p>
          <a:endParaRPr lang="en-US"/>
        </a:p>
      </dgm:t>
    </dgm:pt>
    <dgm:pt modelId="{F6D92BAE-3E21-4DCB-BC5E-6AA83F3D7FF2}" type="sibTrans" cxnId="{806D139D-2F91-4B15-9102-C6387FB3956F}">
      <dgm:prSet/>
      <dgm:spPr/>
      <dgm:t>
        <a:bodyPr/>
        <a:lstStyle/>
        <a:p>
          <a:endParaRPr lang="en-US"/>
        </a:p>
      </dgm:t>
    </dgm:pt>
    <dgm:pt modelId="{8326E6E4-799F-4C59-8F05-B36DC219114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Monitor activity</a:t>
          </a:r>
        </a:p>
      </dgm:t>
    </dgm:pt>
    <dgm:pt modelId="{5FB3110C-A5A8-433E-AA6B-3C094AF45CF8}" type="parTrans" cxnId="{24E534C4-BDFD-4BA8-ADE4-98DB0DADC782}">
      <dgm:prSet/>
      <dgm:spPr/>
      <dgm:t>
        <a:bodyPr/>
        <a:lstStyle/>
        <a:p>
          <a:endParaRPr lang="en-US"/>
        </a:p>
      </dgm:t>
    </dgm:pt>
    <dgm:pt modelId="{FCC69C38-7BAA-41EA-9F26-44431B6E44D7}" type="sibTrans" cxnId="{24E534C4-BDFD-4BA8-ADE4-98DB0DADC782}">
      <dgm:prSet/>
      <dgm:spPr/>
      <dgm:t>
        <a:bodyPr/>
        <a:lstStyle/>
        <a:p>
          <a:endParaRPr lang="en-US"/>
        </a:p>
      </dgm:t>
    </dgm:pt>
    <dgm:pt modelId="{598D230E-DF70-40F8-AED7-43A245A10F78}" type="pres">
      <dgm:prSet presAssocID="{65215E6D-1499-4ABF-9515-2EC2A5F97AD4}" presName="root" presStyleCnt="0">
        <dgm:presLayoutVars>
          <dgm:dir/>
          <dgm:resizeHandles val="exact"/>
        </dgm:presLayoutVars>
      </dgm:prSet>
      <dgm:spPr/>
    </dgm:pt>
    <dgm:pt modelId="{D81927FE-AFD2-429C-A170-75FA5DCB0BDA}" type="pres">
      <dgm:prSet presAssocID="{70C68462-27E6-49E9-B2B9-891018A77B7F}" presName="compNode" presStyleCnt="0"/>
      <dgm:spPr/>
    </dgm:pt>
    <dgm:pt modelId="{D64A7C78-CB0A-437F-B56A-ACF5AF62A535}" type="pres">
      <dgm:prSet presAssocID="{70C68462-27E6-49E9-B2B9-891018A77B7F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23FFD45-1F4D-4771-8B98-DCA0AE9D866E}" type="pres">
      <dgm:prSet presAssocID="{70C68462-27E6-49E9-B2B9-891018A77B7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AFC7EEBA-502E-4F07-8B3F-286E46AB1E38}" type="pres">
      <dgm:prSet presAssocID="{70C68462-27E6-49E9-B2B9-891018A77B7F}" presName="spaceRect" presStyleCnt="0"/>
      <dgm:spPr/>
    </dgm:pt>
    <dgm:pt modelId="{E8119876-EE4F-4530-93B3-8BA2EFFCBDFC}" type="pres">
      <dgm:prSet presAssocID="{70C68462-27E6-49E9-B2B9-891018A77B7F}" presName="textRect" presStyleLbl="revTx" presStyleIdx="0" presStyleCnt="3">
        <dgm:presLayoutVars>
          <dgm:chMax val="1"/>
          <dgm:chPref val="1"/>
        </dgm:presLayoutVars>
      </dgm:prSet>
      <dgm:spPr/>
    </dgm:pt>
    <dgm:pt modelId="{0FEB0E25-DF15-4428-8DF0-1DBD8EE321E6}" type="pres">
      <dgm:prSet presAssocID="{1A3A1E3B-6581-4E8B-9FA6-6018C861994A}" presName="sibTrans" presStyleCnt="0"/>
      <dgm:spPr/>
    </dgm:pt>
    <dgm:pt modelId="{804D5A02-DEEB-47D8-81FA-6C6A07AEDBAB}" type="pres">
      <dgm:prSet presAssocID="{15A67005-CF27-438F-9B00-782489268185}" presName="compNode" presStyleCnt="0"/>
      <dgm:spPr/>
    </dgm:pt>
    <dgm:pt modelId="{E70A0B17-8693-4AE6-9220-8D3A5A8B08F4}" type="pres">
      <dgm:prSet presAssocID="{15A67005-CF27-438F-9B00-782489268185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95543AA1-2806-45B6-9C25-4A458BFFD61E}" type="pres">
      <dgm:prSet presAssocID="{15A67005-CF27-438F-9B00-78248926818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E3C0CC15-BD9E-4E93-B9FA-6FCC69FEBA35}" type="pres">
      <dgm:prSet presAssocID="{15A67005-CF27-438F-9B00-782489268185}" presName="spaceRect" presStyleCnt="0"/>
      <dgm:spPr/>
    </dgm:pt>
    <dgm:pt modelId="{A3C64B68-E02D-4D61-BA0E-EDABE032288B}" type="pres">
      <dgm:prSet presAssocID="{15A67005-CF27-438F-9B00-782489268185}" presName="textRect" presStyleLbl="revTx" presStyleIdx="1" presStyleCnt="3">
        <dgm:presLayoutVars>
          <dgm:chMax val="1"/>
          <dgm:chPref val="1"/>
        </dgm:presLayoutVars>
      </dgm:prSet>
      <dgm:spPr/>
    </dgm:pt>
    <dgm:pt modelId="{F8CAADE3-F0E8-4D1E-B2F0-33EDA4DF3998}" type="pres">
      <dgm:prSet presAssocID="{F6D92BAE-3E21-4DCB-BC5E-6AA83F3D7FF2}" presName="sibTrans" presStyleCnt="0"/>
      <dgm:spPr/>
    </dgm:pt>
    <dgm:pt modelId="{4BC9C64D-9D72-4D49-AB33-7260AAEEF24F}" type="pres">
      <dgm:prSet presAssocID="{8326E6E4-799F-4C59-8F05-B36DC2191144}" presName="compNode" presStyleCnt="0"/>
      <dgm:spPr/>
    </dgm:pt>
    <dgm:pt modelId="{3D59EDC9-3C5C-4FB0-94F9-C5FE9C7A68E8}" type="pres">
      <dgm:prSet presAssocID="{8326E6E4-799F-4C59-8F05-B36DC2191144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7B7D99A6-F0C6-4B72-9E81-8470D0091A68}" type="pres">
      <dgm:prSet presAssocID="{8326E6E4-799F-4C59-8F05-B36DC219114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C37A2DC-A675-4E4F-99F4-880BFD47653D}" type="pres">
      <dgm:prSet presAssocID="{8326E6E4-799F-4C59-8F05-B36DC2191144}" presName="spaceRect" presStyleCnt="0"/>
      <dgm:spPr/>
    </dgm:pt>
    <dgm:pt modelId="{65C5E707-EC3A-42A5-9DED-496021922E4E}" type="pres">
      <dgm:prSet presAssocID="{8326E6E4-799F-4C59-8F05-B36DC219114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99A734B-F7C5-4988-9451-421BF6BAAFCB}" type="presOf" srcId="{70C68462-27E6-49E9-B2B9-891018A77B7F}" destId="{E8119876-EE4F-4530-93B3-8BA2EFFCBDFC}" srcOrd="0" destOrd="0" presId="urn:microsoft.com/office/officeart/2018/5/layout/IconLeafLabelList"/>
    <dgm:cxn modelId="{B8EC1254-BD57-4575-A9E6-661CE95576CC}" srcId="{65215E6D-1499-4ABF-9515-2EC2A5F97AD4}" destId="{70C68462-27E6-49E9-B2B9-891018A77B7F}" srcOrd="0" destOrd="0" parTransId="{7A3E3CB9-FAC7-4E99-99E1-D2728938E2F9}" sibTransId="{1A3A1E3B-6581-4E8B-9FA6-6018C861994A}"/>
    <dgm:cxn modelId="{806D139D-2F91-4B15-9102-C6387FB3956F}" srcId="{65215E6D-1499-4ABF-9515-2EC2A5F97AD4}" destId="{15A67005-CF27-438F-9B00-782489268185}" srcOrd="1" destOrd="0" parTransId="{BF561286-19C5-411C-84CE-204871DF5287}" sibTransId="{F6D92BAE-3E21-4DCB-BC5E-6AA83F3D7FF2}"/>
    <dgm:cxn modelId="{E59F1AAB-681F-4E06-8C6D-6E5B779BE137}" type="presOf" srcId="{8326E6E4-799F-4C59-8F05-B36DC2191144}" destId="{65C5E707-EC3A-42A5-9DED-496021922E4E}" srcOrd="0" destOrd="0" presId="urn:microsoft.com/office/officeart/2018/5/layout/IconLeafLabelList"/>
    <dgm:cxn modelId="{7D8B1CBB-4F66-4E5A-BBEA-E682C267B0F1}" type="presOf" srcId="{15A67005-CF27-438F-9B00-782489268185}" destId="{A3C64B68-E02D-4D61-BA0E-EDABE032288B}" srcOrd="0" destOrd="0" presId="urn:microsoft.com/office/officeart/2018/5/layout/IconLeafLabelList"/>
    <dgm:cxn modelId="{A6BE57C0-6366-4E0D-B1AA-E3F9514DEBEC}" type="presOf" srcId="{65215E6D-1499-4ABF-9515-2EC2A5F97AD4}" destId="{598D230E-DF70-40F8-AED7-43A245A10F78}" srcOrd="0" destOrd="0" presId="urn:microsoft.com/office/officeart/2018/5/layout/IconLeafLabelList"/>
    <dgm:cxn modelId="{24E534C4-BDFD-4BA8-ADE4-98DB0DADC782}" srcId="{65215E6D-1499-4ABF-9515-2EC2A5F97AD4}" destId="{8326E6E4-799F-4C59-8F05-B36DC2191144}" srcOrd="2" destOrd="0" parTransId="{5FB3110C-A5A8-433E-AA6B-3C094AF45CF8}" sibTransId="{FCC69C38-7BAA-41EA-9F26-44431B6E44D7}"/>
    <dgm:cxn modelId="{648DEA8F-FE5B-4D1A-A255-6695E7EE81CC}" type="presParOf" srcId="{598D230E-DF70-40F8-AED7-43A245A10F78}" destId="{D81927FE-AFD2-429C-A170-75FA5DCB0BDA}" srcOrd="0" destOrd="0" presId="urn:microsoft.com/office/officeart/2018/5/layout/IconLeafLabelList"/>
    <dgm:cxn modelId="{DFBC179B-4038-4FD4-95CC-30C09862ACC9}" type="presParOf" srcId="{D81927FE-AFD2-429C-A170-75FA5DCB0BDA}" destId="{D64A7C78-CB0A-437F-B56A-ACF5AF62A535}" srcOrd="0" destOrd="0" presId="urn:microsoft.com/office/officeart/2018/5/layout/IconLeafLabelList"/>
    <dgm:cxn modelId="{F5ACD544-8969-45B8-8604-1386D093B5F8}" type="presParOf" srcId="{D81927FE-AFD2-429C-A170-75FA5DCB0BDA}" destId="{623FFD45-1F4D-4771-8B98-DCA0AE9D866E}" srcOrd="1" destOrd="0" presId="urn:microsoft.com/office/officeart/2018/5/layout/IconLeafLabelList"/>
    <dgm:cxn modelId="{633D6338-527B-4802-BE4F-3F9F755D4AC4}" type="presParOf" srcId="{D81927FE-AFD2-429C-A170-75FA5DCB0BDA}" destId="{AFC7EEBA-502E-4F07-8B3F-286E46AB1E38}" srcOrd="2" destOrd="0" presId="urn:microsoft.com/office/officeart/2018/5/layout/IconLeafLabelList"/>
    <dgm:cxn modelId="{F792A9AE-6B6D-4FFB-A286-1B9FB158569A}" type="presParOf" srcId="{D81927FE-AFD2-429C-A170-75FA5DCB0BDA}" destId="{E8119876-EE4F-4530-93B3-8BA2EFFCBDFC}" srcOrd="3" destOrd="0" presId="urn:microsoft.com/office/officeart/2018/5/layout/IconLeafLabelList"/>
    <dgm:cxn modelId="{63C57D50-CFBC-4E86-85A9-86301D3CEACC}" type="presParOf" srcId="{598D230E-DF70-40F8-AED7-43A245A10F78}" destId="{0FEB0E25-DF15-4428-8DF0-1DBD8EE321E6}" srcOrd="1" destOrd="0" presId="urn:microsoft.com/office/officeart/2018/5/layout/IconLeafLabelList"/>
    <dgm:cxn modelId="{9BFBFF78-4E1C-4B42-ACF5-D597FDF50A75}" type="presParOf" srcId="{598D230E-DF70-40F8-AED7-43A245A10F78}" destId="{804D5A02-DEEB-47D8-81FA-6C6A07AEDBAB}" srcOrd="2" destOrd="0" presId="urn:microsoft.com/office/officeart/2018/5/layout/IconLeafLabelList"/>
    <dgm:cxn modelId="{566852D1-87B2-4964-A1FE-315751E16570}" type="presParOf" srcId="{804D5A02-DEEB-47D8-81FA-6C6A07AEDBAB}" destId="{E70A0B17-8693-4AE6-9220-8D3A5A8B08F4}" srcOrd="0" destOrd="0" presId="urn:microsoft.com/office/officeart/2018/5/layout/IconLeafLabelList"/>
    <dgm:cxn modelId="{0831A007-2528-475D-849F-237BE496577E}" type="presParOf" srcId="{804D5A02-DEEB-47D8-81FA-6C6A07AEDBAB}" destId="{95543AA1-2806-45B6-9C25-4A458BFFD61E}" srcOrd="1" destOrd="0" presId="urn:microsoft.com/office/officeart/2018/5/layout/IconLeafLabelList"/>
    <dgm:cxn modelId="{AB178241-383D-47E8-9D16-B8CC3BB1AC0C}" type="presParOf" srcId="{804D5A02-DEEB-47D8-81FA-6C6A07AEDBAB}" destId="{E3C0CC15-BD9E-4E93-B9FA-6FCC69FEBA35}" srcOrd="2" destOrd="0" presId="urn:microsoft.com/office/officeart/2018/5/layout/IconLeafLabelList"/>
    <dgm:cxn modelId="{5E8428A2-587C-4E68-B151-53D51D5880B0}" type="presParOf" srcId="{804D5A02-DEEB-47D8-81FA-6C6A07AEDBAB}" destId="{A3C64B68-E02D-4D61-BA0E-EDABE032288B}" srcOrd="3" destOrd="0" presId="urn:microsoft.com/office/officeart/2018/5/layout/IconLeafLabelList"/>
    <dgm:cxn modelId="{74A206A2-A1D5-4BC3-8BD5-383AA9FA3464}" type="presParOf" srcId="{598D230E-DF70-40F8-AED7-43A245A10F78}" destId="{F8CAADE3-F0E8-4D1E-B2F0-33EDA4DF3998}" srcOrd="3" destOrd="0" presId="urn:microsoft.com/office/officeart/2018/5/layout/IconLeafLabelList"/>
    <dgm:cxn modelId="{38ED8E68-E919-447E-93AF-42809ED59485}" type="presParOf" srcId="{598D230E-DF70-40F8-AED7-43A245A10F78}" destId="{4BC9C64D-9D72-4D49-AB33-7260AAEEF24F}" srcOrd="4" destOrd="0" presId="urn:microsoft.com/office/officeart/2018/5/layout/IconLeafLabelList"/>
    <dgm:cxn modelId="{62A8BE53-606C-4868-ADC9-6A3E588B6B05}" type="presParOf" srcId="{4BC9C64D-9D72-4D49-AB33-7260AAEEF24F}" destId="{3D59EDC9-3C5C-4FB0-94F9-C5FE9C7A68E8}" srcOrd="0" destOrd="0" presId="urn:microsoft.com/office/officeart/2018/5/layout/IconLeafLabelList"/>
    <dgm:cxn modelId="{B91412E6-B1AA-44C5-9EE2-2837E36D844A}" type="presParOf" srcId="{4BC9C64D-9D72-4D49-AB33-7260AAEEF24F}" destId="{7B7D99A6-F0C6-4B72-9E81-8470D0091A68}" srcOrd="1" destOrd="0" presId="urn:microsoft.com/office/officeart/2018/5/layout/IconLeafLabelList"/>
    <dgm:cxn modelId="{18564A36-DDE1-42E2-9A85-36B4037D74EB}" type="presParOf" srcId="{4BC9C64D-9D72-4D49-AB33-7260AAEEF24F}" destId="{7C37A2DC-A675-4E4F-99F4-880BFD47653D}" srcOrd="2" destOrd="0" presId="urn:microsoft.com/office/officeart/2018/5/layout/IconLeafLabelList"/>
    <dgm:cxn modelId="{C7363A03-FD68-4219-8550-65744D5C91CD}" type="presParOf" srcId="{4BC9C64D-9D72-4D49-AB33-7260AAEEF24F}" destId="{65C5E707-EC3A-42A5-9DED-496021922E4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6F4391-2B54-4327-B2B7-F5B0543147B8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79CC73-7EA4-4A9A-B64B-46CCA9C0AE02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A8E1B5-4CEC-4BAC-9F16-A8EF86FA05A4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Unauthorized or unapproved changes can inject malicious code and vulnerabilities.</a:t>
          </a:r>
        </a:p>
      </dsp:txBody>
      <dsp:txXfrm>
        <a:off x="1844034" y="682"/>
        <a:ext cx="4401230" cy="1596566"/>
      </dsp:txXfrm>
    </dsp:sp>
    <dsp:sp modelId="{647C4BDC-2B19-4795-A691-3EE630B2CCCD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E6EB98-CAAE-48CA-ACA5-6FF24EAD9E5D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3C16E1-3DE4-43F9-977B-FC54173F1C08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Repositories are common targets</a:t>
          </a:r>
        </a:p>
      </dsp:txBody>
      <dsp:txXfrm>
        <a:off x="1844034" y="1996390"/>
        <a:ext cx="4401230" cy="1596566"/>
      </dsp:txXfrm>
    </dsp:sp>
    <dsp:sp modelId="{E150BA59-32F4-44B6-ACC2-FF71B5A9077D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40D9FB-651F-46FB-A723-0BE582042B4A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075EC1-F018-4452-8DEB-759C1F546752}">
      <dsp:nvSpPr>
        <dsp:cNvPr id="0" name=""/>
        <dsp:cNvSpPr/>
      </dsp:nvSpPr>
      <dsp:spPr>
        <a:xfrm>
          <a:off x="1844034" y="3992098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Security controls reduce risk before production pushes </a:t>
          </a:r>
        </a:p>
      </dsp:txBody>
      <dsp:txXfrm>
        <a:off x="1844034" y="3992098"/>
        <a:ext cx="4401230" cy="15965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B30A6C-FAE5-4FBB-A7F5-47A9E0116C72}">
      <dsp:nvSpPr>
        <dsp:cNvPr id="0" name=""/>
        <dsp:cNvSpPr/>
      </dsp:nvSpPr>
      <dsp:spPr>
        <a:xfrm>
          <a:off x="3080" y="464830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Enforce multi factor authentication</a:t>
          </a:r>
        </a:p>
      </dsp:txBody>
      <dsp:txXfrm>
        <a:off x="3080" y="1765067"/>
        <a:ext cx="2444055" cy="2053006"/>
      </dsp:txXfrm>
    </dsp:sp>
    <dsp:sp modelId="{7E5447B8-650E-4E80-8B8E-066A357DAFBE}">
      <dsp:nvSpPr>
        <dsp:cNvPr id="0" name=""/>
        <dsp:cNvSpPr/>
      </dsp:nvSpPr>
      <dsp:spPr>
        <a:xfrm>
          <a:off x="711856" y="806997"/>
          <a:ext cx="1026503" cy="102650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62184" y="957325"/>
        <a:ext cx="725847" cy="725847"/>
      </dsp:txXfrm>
    </dsp:sp>
    <dsp:sp modelId="{F365F806-6E90-4463-B1E9-902B4446D21D}">
      <dsp:nvSpPr>
        <dsp:cNvPr id="0" name=""/>
        <dsp:cNvSpPr/>
      </dsp:nvSpPr>
      <dsp:spPr>
        <a:xfrm>
          <a:off x="3080" y="3886435"/>
          <a:ext cx="2444055" cy="72"/>
        </a:xfrm>
        <a:prstGeom prst="rect">
          <a:avLst/>
        </a:prstGeom>
        <a:solidFill>
          <a:schemeClr val="accent2">
            <a:hueOff val="880471"/>
            <a:satOff val="0"/>
            <a:lumOff val="2661"/>
            <a:alphaOff val="0"/>
          </a:schemeClr>
        </a:solidFill>
        <a:ln w="12700" cap="flat" cmpd="sng" algn="ctr">
          <a:solidFill>
            <a:schemeClr val="accent2">
              <a:hueOff val="880471"/>
              <a:satOff val="0"/>
              <a:lumOff val="26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146261-660C-4D9C-A1E2-8E285A69AF5A}">
      <dsp:nvSpPr>
        <dsp:cNvPr id="0" name=""/>
        <dsp:cNvSpPr/>
      </dsp:nvSpPr>
      <dsp:spPr>
        <a:xfrm>
          <a:off x="2691541" y="464830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2042907"/>
            <a:satOff val="0"/>
            <a:lumOff val="79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042907"/>
              <a:satOff val="0"/>
              <a:lumOff val="7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Enforce role based access control</a:t>
          </a:r>
        </a:p>
      </dsp:txBody>
      <dsp:txXfrm>
        <a:off x="2691541" y="1765067"/>
        <a:ext cx="2444055" cy="2053006"/>
      </dsp:txXfrm>
    </dsp:sp>
    <dsp:sp modelId="{D9ACCB02-D675-465D-B446-C8AEA7DBEB87}">
      <dsp:nvSpPr>
        <dsp:cNvPr id="0" name=""/>
        <dsp:cNvSpPr/>
      </dsp:nvSpPr>
      <dsp:spPr>
        <a:xfrm>
          <a:off x="3400317" y="806997"/>
          <a:ext cx="1026503" cy="1026503"/>
        </a:xfrm>
        <a:prstGeom prst="ellipse">
          <a:avLst/>
        </a:prstGeom>
        <a:solidFill>
          <a:schemeClr val="accent2">
            <a:hueOff val="1760942"/>
            <a:satOff val="0"/>
            <a:lumOff val="5322"/>
            <a:alphaOff val="0"/>
          </a:schemeClr>
        </a:solidFill>
        <a:ln w="12700" cap="flat" cmpd="sng" algn="ctr">
          <a:solidFill>
            <a:schemeClr val="accent2">
              <a:hueOff val="1760942"/>
              <a:satOff val="0"/>
              <a:lumOff val="53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550645" y="957325"/>
        <a:ext cx="725847" cy="725847"/>
      </dsp:txXfrm>
    </dsp:sp>
    <dsp:sp modelId="{122D628D-1A45-48F2-8602-1CD4305DAAFC}">
      <dsp:nvSpPr>
        <dsp:cNvPr id="0" name=""/>
        <dsp:cNvSpPr/>
      </dsp:nvSpPr>
      <dsp:spPr>
        <a:xfrm>
          <a:off x="2691541" y="3886435"/>
          <a:ext cx="2444055" cy="72"/>
        </a:xfrm>
        <a:prstGeom prst="rect">
          <a:avLst/>
        </a:prstGeom>
        <a:solidFill>
          <a:schemeClr val="accent2">
            <a:hueOff val="2641414"/>
            <a:satOff val="0"/>
            <a:lumOff val="7983"/>
            <a:alphaOff val="0"/>
          </a:schemeClr>
        </a:solidFill>
        <a:ln w="12700" cap="flat" cmpd="sng" algn="ctr">
          <a:solidFill>
            <a:schemeClr val="accent2">
              <a:hueOff val="2641414"/>
              <a:satOff val="0"/>
              <a:lumOff val="79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D26F89-53F8-4E8C-8752-67D33D33C64A}">
      <dsp:nvSpPr>
        <dsp:cNvPr id="0" name=""/>
        <dsp:cNvSpPr/>
      </dsp:nvSpPr>
      <dsp:spPr>
        <a:xfrm>
          <a:off x="5380002" y="464830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4085813"/>
            <a:satOff val="0"/>
            <a:lumOff val="158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4085813"/>
              <a:satOff val="0"/>
              <a:lumOff val="15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Apply least privileges</a:t>
          </a:r>
        </a:p>
      </dsp:txBody>
      <dsp:txXfrm>
        <a:off x="5380002" y="1765067"/>
        <a:ext cx="2444055" cy="2053006"/>
      </dsp:txXfrm>
    </dsp:sp>
    <dsp:sp modelId="{78BC64FA-F642-4C9E-98B4-84573C66F029}">
      <dsp:nvSpPr>
        <dsp:cNvPr id="0" name=""/>
        <dsp:cNvSpPr/>
      </dsp:nvSpPr>
      <dsp:spPr>
        <a:xfrm>
          <a:off x="6088778" y="806997"/>
          <a:ext cx="1026503" cy="1026503"/>
        </a:xfrm>
        <a:prstGeom prst="ellipse">
          <a:avLst/>
        </a:prstGeom>
        <a:solidFill>
          <a:schemeClr val="accent2">
            <a:hueOff val="3521885"/>
            <a:satOff val="0"/>
            <a:lumOff val="10645"/>
            <a:alphaOff val="0"/>
          </a:schemeClr>
        </a:solidFill>
        <a:ln w="12700" cap="flat" cmpd="sng" algn="ctr">
          <a:solidFill>
            <a:schemeClr val="accent2">
              <a:hueOff val="3521885"/>
              <a:satOff val="0"/>
              <a:lumOff val="106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239106" y="957325"/>
        <a:ext cx="725847" cy="725847"/>
      </dsp:txXfrm>
    </dsp:sp>
    <dsp:sp modelId="{990A6561-CE1F-4F60-9536-162EC3F9DFD5}">
      <dsp:nvSpPr>
        <dsp:cNvPr id="0" name=""/>
        <dsp:cNvSpPr/>
      </dsp:nvSpPr>
      <dsp:spPr>
        <a:xfrm>
          <a:off x="5380002" y="3886435"/>
          <a:ext cx="2444055" cy="72"/>
        </a:xfrm>
        <a:prstGeom prst="rect">
          <a:avLst/>
        </a:prstGeom>
        <a:solidFill>
          <a:schemeClr val="accent2">
            <a:hueOff val="4402356"/>
            <a:satOff val="0"/>
            <a:lumOff val="13306"/>
            <a:alphaOff val="0"/>
          </a:schemeClr>
        </a:solidFill>
        <a:ln w="12700" cap="flat" cmpd="sng" algn="ctr">
          <a:solidFill>
            <a:schemeClr val="accent2">
              <a:hueOff val="4402356"/>
              <a:satOff val="0"/>
              <a:lumOff val="133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BBDF0A-91DB-4FA1-B673-54FA1627F783}">
      <dsp:nvSpPr>
        <dsp:cNvPr id="0" name=""/>
        <dsp:cNvSpPr/>
      </dsp:nvSpPr>
      <dsp:spPr>
        <a:xfrm>
          <a:off x="8068463" y="464830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6128719"/>
            <a:satOff val="0"/>
            <a:lumOff val="237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128719"/>
              <a:satOff val="0"/>
              <a:lumOff val="23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Review and remove inactive accounts</a:t>
          </a:r>
        </a:p>
      </dsp:txBody>
      <dsp:txXfrm>
        <a:off x="8068463" y="1765067"/>
        <a:ext cx="2444055" cy="2053006"/>
      </dsp:txXfrm>
    </dsp:sp>
    <dsp:sp modelId="{96CCE2CF-4ECE-4E4A-8C25-B4D4BE248C8E}">
      <dsp:nvSpPr>
        <dsp:cNvPr id="0" name=""/>
        <dsp:cNvSpPr/>
      </dsp:nvSpPr>
      <dsp:spPr>
        <a:xfrm>
          <a:off x="8777239" y="806997"/>
          <a:ext cx="1026503" cy="1026503"/>
        </a:xfrm>
        <a:prstGeom prst="ellipse">
          <a:avLst/>
        </a:prstGeom>
        <a:solidFill>
          <a:schemeClr val="accent2">
            <a:hueOff val="5282827"/>
            <a:satOff val="0"/>
            <a:lumOff val="15967"/>
            <a:alphaOff val="0"/>
          </a:schemeClr>
        </a:solidFill>
        <a:ln w="12700" cap="flat" cmpd="sng" algn="ctr">
          <a:solidFill>
            <a:schemeClr val="accent2">
              <a:hueOff val="5282827"/>
              <a:satOff val="0"/>
              <a:lumOff val="1596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8927567" y="957325"/>
        <a:ext cx="725847" cy="725847"/>
      </dsp:txXfrm>
    </dsp:sp>
    <dsp:sp modelId="{FF4183F3-63A7-4613-940F-8141FD8AE276}">
      <dsp:nvSpPr>
        <dsp:cNvPr id="0" name=""/>
        <dsp:cNvSpPr/>
      </dsp:nvSpPr>
      <dsp:spPr>
        <a:xfrm>
          <a:off x="8068463" y="3886435"/>
          <a:ext cx="2444055" cy="72"/>
        </a:xfrm>
        <a:prstGeom prst="rect">
          <a:avLst/>
        </a:prstGeom>
        <a:solidFill>
          <a:schemeClr val="accent2">
            <a:hueOff val="6163298"/>
            <a:satOff val="0"/>
            <a:lumOff val="18628"/>
            <a:alphaOff val="0"/>
          </a:schemeClr>
        </a:solidFill>
        <a:ln w="12700" cap="flat" cmpd="sng" algn="ctr">
          <a:solidFill>
            <a:schemeClr val="accent2">
              <a:hueOff val="6163298"/>
              <a:satOff val="0"/>
              <a:lumOff val="1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6F5BD2-897B-4937-BE4F-C0F54A241A0A}">
      <dsp:nvSpPr>
        <dsp:cNvPr id="0" name=""/>
        <dsp:cNvSpPr/>
      </dsp:nvSpPr>
      <dsp:spPr>
        <a:xfrm>
          <a:off x="0" y="3569039"/>
          <a:ext cx="2628900" cy="7808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92024" rIns="186967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Disable</a:t>
          </a:r>
        </a:p>
      </dsp:txBody>
      <dsp:txXfrm>
        <a:off x="0" y="3569039"/>
        <a:ext cx="2628900" cy="780818"/>
      </dsp:txXfrm>
    </dsp:sp>
    <dsp:sp modelId="{5EED28F7-D09F-4FB3-A4DB-C6CA9D0A5F3A}">
      <dsp:nvSpPr>
        <dsp:cNvPr id="0" name=""/>
        <dsp:cNvSpPr/>
      </dsp:nvSpPr>
      <dsp:spPr>
        <a:xfrm>
          <a:off x="2628900" y="3569039"/>
          <a:ext cx="7886700" cy="78081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241300" rIns="159980" bIns="24130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Disable unapproved pushes</a:t>
          </a:r>
        </a:p>
      </dsp:txBody>
      <dsp:txXfrm>
        <a:off x="2628900" y="3569039"/>
        <a:ext cx="7886700" cy="780818"/>
      </dsp:txXfrm>
    </dsp:sp>
    <dsp:sp modelId="{D6B24CCA-ACA3-4F6B-9E80-F0C8A88FAD1D}">
      <dsp:nvSpPr>
        <dsp:cNvPr id="0" name=""/>
        <dsp:cNvSpPr/>
      </dsp:nvSpPr>
      <dsp:spPr>
        <a:xfrm rot="10800000">
          <a:off x="0" y="2379853"/>
          <a:ext cx="2628900" cy="120089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2054433"/>
            <a:satOff val="0"/>
            <a:lumOff val="6209"/>
            <a:alphaOff val="0"/>
          </a:schemeClr>
        </a:solidFill>
        <a:ln w="12700" cap="flat" cmpd="sng" algn="ctr">
          <a:solidFill>
            <a:schemeClr val="accent2">
              <a:hueOff val="2054433"/>
              <a:satOff val="0"/>
              <a:lumOff val="62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92024" rIns="186967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Require</a:t>
          </a:r>
        </a:p>
      </dsp:txBody>
      <dsp:txXfrm rot="-10800000">
        <a:off x="0" y="2379853"/>
        <a:ext cx="2628900" cy="780584"/>
      </dsp:txXfrm>
    </dsp:sp>
    <dsp:sp modelId="{F22D3631-56B5-4618-9026-ABC75DFFA5AC}">
      <dsp:nvSpPr>
        <dsp:cNvPr id="0" name=""/>
        <dsp:cNvSpPr/>
      </dsp:nvSpPr>
      <dsp:spPr>
        <a:xfrm>
          <a:off x="2628900" y="2379853"/>
          <a:ext cx="7886700" cy="780584"/>
        </a:xfrm>
        <a:prstGeom prst="rect">
          <a:avLst/>
        </a:prstGeom>
        <a:solidFill>
          <a:schemeClr val="accent2">
            <a:tint val="40000"/>
            <a:alpha val="90000"/>
            <a:hueOff val="2042907"/>
            <a:satOff val="0"/>
            <a:lumOff val="79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042907"/>
              <a:satOff val="0"/>
              <a:lumOff val="7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241300" rIns="159980" bIns="24130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Require passing status checks</a:t>
          </a:r>
        </a:p>
      </dsp:txBody>
      <dsp:txXfrm>
        <a:off x="2628900" y="2379853"/>
        <a:ext cx="7886700" cy="780584"/>
      </dsp:txXfrm>
    </dsp:sp>
    <dsp:sp modelId="{E61AE084-F87D-4BB2-A6EB-53FB95F2F8FE}">
      <dsp:nvSpPr>
        <dsp:cNvPr id="0" name=""/>
        <dsp:cNvSpPr/>
      </dsp:nvSpPr>
      <dsp:spPr>
        <a:xfrm rot="10800000">
          <a:off x="0" y="1190666"/>
          <a:ext cx="2628900" cy="120089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4108866"/>
            <a:satOff val="0"/>
            <a:lumOff val="12419"/>
            <a:alphaOff val="0"/>
          </a:schemeClr>
        </a:solidFill>
        <a:ln w="12700" cap="flat" cmpd="sng" algn="ctr">
          <a:solidFill>
            <a:schemeClr val="accent2">
              <a:hueOff val="4108866"/>
              <a:satOff val="0"/>
              <a:lumOff val="124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92024" rIns="186967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Require</a:t>
          </a:r>
        </a:p>
      </dsp:txBody>
      <dsp:txXfrm rot="-10800000">
        <a:off x="0" y="1190666"/>
        <a:ext cx="2628900" cy="780584"/>
      </dsp:txXfrm>
    </dsp:sp>
    <dsp:sp modelId="{F02B0EA2-E3BD-4C3F-9F79-2B87B51565FE}">
      <dsp:nvSpPr>
        <dsp:cNvPr id="0" name=""/>
        <dsp:cNvSpPr/>
      </dsp:nvSpPr>
      <dsp:spPr>
        <a:xfrm>
          <a:off x="2628900" y="1190666"/>
          <a:ext cx="7886700" cy="780584"/>
        </a:xfrm>
        <a:prstGeom prst="rect">
          <a:avLst/>
        </a:prstGeom>
        <a:solidFill>
          <a:schemeClr val="accent2">
            <a:tint val="40000"/>
            <a:alpha val="90000"/>
            <a:hueOff val="4085813"/>
            <a:satOff val="0"/>
            <a:lumOff val="158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4085813"/>
              <a:satOff val="0"/>
              <a:lumOff val="15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241300" rIns="159980" bIns="24130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Require push approvals</a:t>
          </a:r>
        </a:p>
      </dsp:txBody>
      <dsp:txXfrm>
        <a:off x="2628900" y="1190666"/>
        <a:ext cx="7886700" cy="780584"/>
      </dsp:txXfrm>
    </dsp:sp>
    <dsp:sp modelId="{50A4372C-7741-4C59-A9CB-AF43A2C146EE}">
      <dsp:nvSpPr>
        <dsp:cNvPr id="0" name=""/>
        <dsp:cNvSpPr/>
      </dsp:nvSpPr>
      <dsp:spPr>
        <a:xfrm rot="10800000">
          <a:off x="0" y="1479"/>
          <a:ext cx="2628900" cy="120089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6163298"/>
            <a:satOff val="0"/>
            <a:lumOff val="18628"/>
            <a:alphaOff val="0"/>
          </a:schemeClr>
        </a:solidFill>
        <a:ln w="12700" cap="flat" cmpd="sng" algn="ctr">
          <a:solidFill>
            <a:schemeClr val="accent2">
              <a:hueOff val="6163298"/>
              <a:satOff val="0"/>
              <a:lumOff val="1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92024" rIns="186967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Require</a:t>
          </a:r>
        </a:p>
      </dsp:txBody>
      <dsp:txXfrm rot="-10800000">
        <a:off x="0" y="1479"/>
        <a:ext cx="2628900" cy="780584"/>
      </dsp:txXfrm>
    </dsp:sp>
    <dsp:sp modelId="{CDB56BDF-ACD8-404D-B50F-69548B059DB4}">
      <dsp:nvSpPr>
        <dsp:cNvPr id="0" name=""/>
        <dsp:cNvSpPr/>
      </dsp:nvSpPr>
      <dsp:spPr>
        <a:xfrm>
          <a:off x="2628900" y="1479"/>
          <a:ext cx="7886700" cy="780584"/>
        </a:xfrm>
        <a:prstGeom prst="rect">
          <a:avLst/>
        </a:prstGeom>
        <a:solidFill>
          <a:schemeClr val="accent2">
            <a:tint val="40000"/>
            <a:alpha val="90000"/>
            <a:hueOff val="6128719"/>
            <a:satOff val="0"/>
            <a:lumOff val="237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128719"/>
              <a:satOff val="0"/>
              <a:lumOff val="23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241300" rIns="159980" bIns="24130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Require pull requests</a:t>
          </a:r>
        </a:p>
      </dsp:txBody>
      <dsp:txXfrm>
        <a:off x="2628900" y="1479"/>
        <a:ext cx="7886700" cy="7805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D95A58-30DD-4249-A2AA-2494AA1B9219}">
      <dsp:nvSpPr>
        <dsp:cNvPr id="0" name=""/>
        <dsp:cNvSpPr/>
      </dsp:nvSpPr>
      <dsp:spPr>
        <a:xfrm>
          <a:off x="0" y="37268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Enable secret scanning to find API keys</a:t>
          </a:r>
        </a:p>
      </dsp:txBody>
      <dsp:txXfrm>
        <a:off x="47976" y="85244"/>
        <a:ext cx="10419648" cy="886848"/>
      </dsp:txXfrm>
    </dsp:sp>
    <dsp:sp modelId="{7F8460B9-5D20-45B6-976A-25C7802807AB}">
      <dsp:nvSpPr>
        <dsp:cNvPr id="0" name=""/>
        <dsp:cNvSpPr/>
      </dsp:nvSpPr>
      <dsp:spPr>
        <a:xfrm>
          <a:off x="0" y="1135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Do not hard code credentials</a:t>
          </a:r>
        </a:p>
      </dsp:txBody>
      <dsp:txXfrm>
        <a:off x="47976" y="1183245"/>
        <a:ext cx="10419648" cy="886848"/>
      </dsp:txXfrm>
    </dsp:sp>
    <dsp:sp modelId="{203A9632-D826-4CD1-833C-8A42264F0FA1}">
      <dsp:nvSpPr>
        <dsp:cNvPr id="0" name=""/>
        <dsp:cNvSpPr/>
      </dsp:nvSpPr>
      <dsp:spPr>
        <a:xfrm>
          <a:off x="0" y="2233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Monitor dependencies</a:t>
          </a:r>
        </a:p>
      </dsp:txBody>
      <dsp:txXfrm>
        <a:off x="47976" y="2281245"/>
        <a:ext cx="10419648" cy="886848"/>
      </dsp:txXfrm>
    </dsp:sp>
    <dsp:sp modelId="{AA161691-41BF-4A56-9CBA-43171334B656}">
      <dsp:nvSpPr>
        <dsp:cNvPr id="0" name=""/>
        <dsp:cNvSpPr/>
      </dsp:nvSpPr>
      <dsp:spPr>
        <a:xfrm>
          <a:off x="0" y="3331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Attacks often target repository worklows</a:t>
          </a:r>
        </a:p>
      </dsp:txBody>
      <dsp:txXfrm>
        <a:off x="47976" y="3379245"/>
        <a:ext cx="10419648" cy="8868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4A7C78-CB0A-437F-B56A-ACF5AF62A535}">
      <dsp:nvSpPr>
        <dsp:cNvPr id="0" name=""/>
        <dsp:cNvSpPr/>
      </dsp:nvSpPr>
      <dsp:spPr>
        <a:xfrm>
          <a:off x="679050" y="578168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3FFD45-1F4D-4771-8B98-DCA0AE9D866E}">
      <dsp:nvSpPr>
        <dsp:cNvPr id="0" name=""/>
        <dsp:cNvSpPr/>
      </dsp:nvSpPr>
      <dsp:spPr>
        <a:xfrm>
          <a:off x="1081237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119876-EE4F-4530-93B3-8BA2EFFCBDFC}">
      <dsp:nvSpPr>
        <dsp:cNvPr id="0" name=""/>
        <dsp:cNvSpPr/>
      </dsp:nvSpPr>
      <dsp:spPr>
        <a:xfrm>
          <a:off x="75768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Track unusual behavior</a:t>
          </a:r>
        </a:p>
      </dsp:txBody>
      <dsp:txXfrm>
        <a:off x="75768" y="3053169"/>
        <a:ext cx="3093750" cy="720000"/>
      </dsp:txXfrm>
    </dsp:sp>
    <dsp:sp modelId="{E70A0B17-8693-4AE6-9220-8D3A5A8B08F4}">
      <dsp:nvSpPr>
        <dsp:cNvPr id="0" name=""/>
        <dsp:cNvSpPr/>
      </dsp:nvSpPr>
      <dsp:spPr>
        <a:xfrm>
          <a:off x="4314206" y="578168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543AA1-2806-45B6-9C25-4A458BFFD61E}">
      <dsp:nvSpPr>
        <dsp:cNvPr id="0" name=""/>
        <dsp:cNvSpPr/>
      </dsp:nvSpPr>
      <dsp:spPr>
        <a:xfrm>
          <a:off x="4716393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C64B68-E02D-4D61-BA0E-EDABE032288B}">
      <dsp:nvSpPr>
        <dsp:cNvPr id="0" name=""/>
        <dsp:cNvSpPr/>
      </dsp:nvSpPr>
      <dsp:spPr>
        <a:xfrm>
          <a:off x="3710925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Keep audit logs</a:t>
          </a:r>
        </a:p>
      </dsp:txBody>
      <dsp:txXfrm>
        <a:off x="3710925" y="3053169"/>
        <a:ext cx="3093750" cy="720000"/>
      </dsp:txXfrm>
    </dsp:sp>
    <dsp:sp modelId="{3D59EDC9-3C5C-4FB0-94F9-C5FE9C7A68E8}">
      <dsp:nvSpPr>
        <dsp:cNvPr id="0" name=""/>
        <dsp:cNvSpPr/>
      </dsp:nvSpPr>
      <dsp:spPr>
        <a:xfrm>
          <a:off x="7949362" y="578168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7D99A6-F0C6-4B72-9E81-8470D0091A68}">
      <dsp:nvSpPr>
        <dsp:cNvPr id="0" name=""/>
        <dsp:cNvSpPr/>
      </dsp:nvSpPr>
      <dsp:spPr>
        <a:xfrm>
          <a:off x="8351550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C5E707-EC3A-42A5-9DED-496021922E4E}">
      <dsp:nvSpPr>
        <dsp:cNvPr id="0" name=""/>
        <dsp:cNvSpPr/>
      </dsp:nvSpPr>
      <dsp:spPr>
        <a:xfrm>
          <a:off x="7346081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Monitor activity</a:t>
          </a:r>
        </a:p>
      </dsp:txBody>
      <dsp:txXfrm>
        <a:off x="7346081" y="3053169"/>
        <a:ext cx="3093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8456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0668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453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949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674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1594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689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7135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1965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556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903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274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heckmarx.com/supply-chain-security/repository-health-monitoring-part-2-essential-practices-for-secure-repositories/" TargetMode="External"/><Relationship Id="rId2" Type="http://schemas.openxmlformats.org/officeDocument/2006/relationships/hyperlink" Target="https://docs.github.com/en/repositories/creating-and-managing-repositories/best-practices-for-repositorie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nyk.io/articles/securing-source-code-repositori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35551-5599-7229-7BBC-C52ACAF7D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3159" y="1377146"/>
            <a:ext cx="4076460" cy="362621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chemeClr val="bg1"/>
                </a:solidFill>
              </a:rPr>
              <a:t>Security Controls in Shared Source Code Repositories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102048-D8FD-23EE-9B93-2C2F6E7C98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159" y="5170453"/>
            <a:ext cx="4076458" cy="990197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Katherine Brown (Graham0	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73914F-536F-AAE4-3E98-58C34FE4D4A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51000"/>
          </a:blip>
          <a:srcRect l="5815" r="38944"/>
          <a:stretch>
            <a:fillRect/>
          </a:stretch>
        </p:blipFill>
        <p:spPr>
          <a:xfrm>
            <a:off x="5457027" y="10"/>
            <a:ext cx="6734973" cy="6857990"/>
          </a:xfrm>
          <a:prstGeom prst="rect">
            <a:avLst/>
          </a:prstGeom>
        </p:spPr>
      </p:pic>
      <p:sp>
        <p:nvSpPr>
          <p:cNvPr id="11" name="Graphic 17">
            <a:extLst>
              <a:ext uri="{FF2B5EF4-FFF2-40B4-BE49-F238E27FC236}">
                <a16:creationId xmlns:a16="http://schemas.microsoft.com/office/drawing/2014/main" id="{B71758F4-3F46-45DA-8AC5-4E508DA08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57736" y="815001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8550FED7-7C32-42BB-98DB-30272A633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16516" y="104429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274341"/>
            <a:ext cx="11353800" cy="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256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83F4F3A-DF89-453C-A499-8C259F6A2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A00278-E376-6A69-63B8-710118D38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62487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5600">
                <a:solidFill>
                  <a:schemeClr val="bg1"/>
                </a:solidFill>
              </a:rPr>
              <a:t>Why is it important?</a:t>
            </a:r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3111" y="69603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91891" y="925332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solidFill>
              <a:schemeClr val="lt1">
                <a:hueOff val="0"/>
                <a:satOff val="0"/>
                <a:lumOff val="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17571" y="144047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6034A2-FBD3-B376-D42B-3BE02D7032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1530025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4905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52248A-2CE7-791A-ED61-667070AB7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842237" cy="1325563"/>
          </a:xfrm>
        </p:spPr>
        <p:txBody>
          <a:bodyPr>
            <a:normAutofit/>
          </a:bodyPr>
          <a:lstStyle/>
          <a:p>
            <a:r>
              <a:rPr lang="en-US" dirty="0"/>
              <a:t>Access Control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4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4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4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3494F7-4C43-8639-7486-E4A6D5B39E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515642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42553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1EA920-A814-F50D-4F26-858CAAFB3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842237" cy="1325563"/>
          </a:xfrm>
        </p:spPr>
        <p:txBody>
          <a:bodyPr>
            <a:normAutofit/>
          </a:bodyPr>
          <a:lstStyle/>
          <a:p>
            <a:r>
              <a:rPr lang="en-US" dirty="0"/>
              <a:t>Branch  Protection Rules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4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4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4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8B6C9F-65ED-F439-0787-C8205FB0BB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279410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3358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D53D57-A3C6-28C9-C653-E966A1FB0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5600">
                <a:solidFill>
                  <a:schemeClr val="bg1"/>
                </a:solidFill>
              </a:rPr>
              <a:t>Automated Security Scanning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3061" y="554152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bg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643" y="837005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892" y="1472473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bg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004E425-CE3B-0F09-0046-190E49EF8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81935"/>
            <a:ext cx="4986955" cy="5974415"/>
          </a:xfrm>
        </p:spPr>
        <p:txBody>
          <a:bodyPr anchor="ctr">
            <a:normAutofit/>
          </a:bodyPr>
          <a:lstStyle/>
          <a:p>
            <a:r>
              <a:rPr lang="en-US" sz="1800"/>
              <a:t>Dependency scanning</a:t>
            </a:r>
          </a:p>
          <a:p>
            <a:r>
              <a:rPr lang="en-US" sz="1800"/>
              <a:t>CI/CD checks</a:t>
            </a:r>
          </a:p>
          <a:p>
            <a:r>
              <a:rPr lang="en-US" sz="1800"/>
              <a:t>Status checks before merge</a:t>
            </a:r>
          </a:p>
          <a:p>
            <a:r>
              <a:rPr lang="en-US" sz="1800"/>
              <a:t>Block merging if issues are found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6406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D7B0C-B42D-982D-EFAB-EC87C65ED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Secret Protection and Supply Chain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9D30CB-8228-65F6-660D-F72F59E3988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4835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127FEF-C589-C643-B9B7-02F210EB6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842237" cy="1325563"/>
          </a:xfrm>
        </p:spPr>
        <p:txBody>
          <a:bodyPr>
            <a:normAutofit/>
          </a:bodyPr>
          <a:lstStyle/>
          <a:p>
            <a:r>
              <a:rPr lang="en-US" dirty="0" err="1"/>
              <a:t>Monitoringand</a:t>
            </a:r>
            <a:r>
              <a:rPr lang="en-US" dirty="0"/>
              <a:t> Repository Health	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4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4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4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1E6391-D7CF-7FF1-2F4A-66CDDCF4A1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339891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7562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F24B1-1D18-A7D4-E53D-5353605B3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98B6F-70AA-CE24-8C3F-16EFA57E2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GitHub Docs. (n.d.). </a:t>
            </a:r>
            <a:r>
              <a:rPr lang="en-US" i="1" dirty="0"/>
              <a:t>Best practices for securing your repository</a:t>
            </a:r>
            <a:r>
              <a:rPr lang="en-US" dirty="0"/>
              <a:t>. Retrieved from </a:t>
            </a:r>
            <a:r>
              <a:rPr lang="en-US" dirty="0">
                <a:hlinkClick r:id="rId2"/>
              </a:rPr>
              <a:t>https://docs.github.com/en/repositories/creating-and-managing-repositories/best-practices-for-repositories</a:t>
            </a:r>
            <a:endParaRPr lang="en-US" dirty="0"/>
          </a:p>
          <a:p>
            <a:r>
              <a:rPr lang="en-US" dirty="0"/>
              <a:t>Rose, J. (2025). </a:t>
            </a:r>
            <a:r>
              <a:rPr lang="en-US" i="1" dirty="0"/>
              <a:t>12 Best practices for secure code repositories</a:t>
            </a:r>
            <a:r>
              <a:rPr lang="en-US" dirty="0"/>
              <a:t>. </a:t>
            </a:r>
            <a:r>
              <a:rPr lang="en-US" dirty="0" err="1"/>
              <a:t>Checkmarx</a:t>
            </a:r>
            <a:r>
              <a:rPr lang="en-US" dirty="0"/>
              <a:t>. Retrieved from </a:t>
            </a:r>
            <a:r>
              <a:rPr lang="en-US" dirty="0">
                <a:hlinkClick r:id="rId3"/>
              </a:rPr>
              <a:t>https://checkmarx.com/supply-chain-security/repository-health-monitoring-part-2-essential-practices-for-secure-repositories/</a:t>
            </a:r>
            <a:endParaRPr lang="en-US" dirty="0"/>
          </a:p>
          <a:p>
            <a:r>
              <a:rPr lang="en-US" dirty="0" err="1"/>
              <a:t>Snyk</a:t>
            </a:r>
            <a:r>
              <a:rPr lang="en-US" dirty="0"/>
              <a:t>. (2024). </a:t>
            </a:r>
            <a:r>
              <a:rPr lang="en-US" i="1" dirty="0"/>
              <a:t>Securing source code repositories</a:t>
            </a:r>
            <a:r>
              <a:rPr lang="en-US" dirty="0"/>
              <a:t>. Retrieved from </a:t>
            </a:r>
            <a:r>
              <a:rPr lang="en-US" dirty="0">
                <a:hlinkClick r:id="rId4"/>
              </a:rPr>
              <a:t>https://snyk.io/articles/securing-source-code-repositories/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756361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Office">
      <a:dk1>
        <a:srgbClr val="000000"/>
      </a:dk1>
      <a:lt1>
        <a:srgbClr val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221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Univers</vt:lpstr>
      <vt:lpstr>GradientVTI</vt:lpstr>
      <vt:lpstr>Security Controls in Shared Source Code Repositories</vt:lpstr>
      <vt:lpstr>Why is it important?</vt:lpstr>
      <vt:lpstr>Access Control</vt:lpstr>
      <vt:lpstr>Branch  Protection Rules</vt:lpstr>
      <vt:lpstr>Automated Security Scanning</vt:lpstr>
      <vt:lpstr>Secret Protection and Supply Chain</vt:lpstr>
      <vt:lpstr>Monitoringand Repository Health </vt:lpstr>
      <vt:lpstr>Citation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Katherine Graham</dc:creator>
  <cp:lastModifiedBy>Katherine Graham</cp:lastModifiedBy>
  <cp:revision>2</cp:revision>
  <dcterms:created xsi:type="dcterms:W3CDTF">2026-03-01T21:45:21Z</dcterms:created>
  <dcterms:modified xsi:type="dcterms:W3CDTF">2026-03-01T22:09:02Z</dcterms:modified>
</cp:coreProperties>
</file>